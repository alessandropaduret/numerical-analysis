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26"/>
  </p:notesMasterIdLst>
  <p:handoutMasterIdLst>
    <p:handoutMasterId r:id="rId27"/>
  </p:handoutMasterIdLst>
  <p:sldIdLst>
    <p:sldId id="278" r:id="rId5"/>
    <p:sldId id="285" r:id="rId6"/>
    <p:sldId id="282" r:id="rId7"/>
    <p:sldId id="271" r:id="rId8"/>
    <p:sldId id="291" r:id="rId9"/>
    <p:sldId id="293" r:id="rId10"/>
    <p:sldId id="294" r:id="rId11"/>
    <p:sldId id="295" r:id="rId12"/>
    <p:sldId id="296" r:id="rId13"/>
    <p:sldId id="297" r:id="rId14"/>
    <p:sldId id="298" r:id="rId15"/>
    <p:sldId id="299" r:id="rId16"/>
    <p:sldId id="306" r:id="rId17"/>
    <p:sldId id="301" r:id="rId18"/>
    <p:sldId id="302" r:id="rId19"/>
    <p:sldId id="303" r:id="rId20"/>
    <p:sldId id="304" r:id="rId21"/>
    <p:sldId id="307" r:id="rId22"/>
    <p:sldId id="308" r:id="rId23"/>
    <p:sldId id="309" r:id="rId24"/>
    <p:sldId id="305" r:id="rId25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>
          <p15:clr>
            <a:srgbClr val="F26B43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01B351-73C2-4F05-AFC5-248BEDEA7CC9}" v="1" dt="2026-02-03T11:25:26.591"/>
    <p1510:client id="{2F53E20B-FF46-4D9D-9D22-B6AA0F54DD5C}" v="718" dt="2026-02-02T15:42:40.065"/>
  </p1510:revLst>
</p1510:revInfo>
</file>

<file path=ppt/tableStyles.xml><?xml version="1.0" encoding="utf-8"?>
<a:tblStyleLst xmlns:a="http://schemas.openxmlformats.org/drawingml/2006/main" def="{72833802-FEF1-4C79-8D5D-14CF1EAF98D9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432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82" d="100"/>
          <a:sy n="82" d="100"/>
        </p:scale>
        <p:origin x="394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van Valente UniPD" userId="a3a233bfc287bebe" providerId="LiveId" clId="{EED242D9-B7F2-406C-AB1E-E95D76329280}"/>
    <pc:docChg chg="undo custSel addSld delSld modSld sldOrd modMainMaster">
      <pc:chgData name="Ivan Valente UniPD" userId="a3a233bfc287bebe" providerId="LiveId" clId="{EED242D9-B7F2-406C-AB1E-E95D76329280}" dt="2026-02-02T15:42:47.697" v="5860" actId="27636"/>
      <pc:docMkLst>
        <pc:docMk/>
      </pc:docMkLst>
      <pc:sldChg chg="modSp mod">
        <pc:chgData name="Ivan Valente UniPD" userId="a3a233bfc287bebe" providerId="LiveId" clId="{EED242D9-B7F2-406C-AB1E-E95D76329280}" dt="2026-02-02T10:37:57.522" v="262"/>
        <pc:sldMkLst>
          <pc:docMk/>
          <pc:sldMk cId="1839748091" sldId="271"/>
        </pc:sldMkLst>
        <pc:spChg chg="mod">
          <ac:chgData name="Ivan Valente UniPD" userId="a3a233bfc287bebe" providerId="LiveId" clId="{EED242D9-B7F2-406C-AB1E-E95D76329280}" dt="2026-02-02T10:37:57.522" v="262"/>
          <ac:spMkLst>
            <pc:docMk/>
            <pc:sldMk cId="1839748091" sldId="271"/>
            <ac:spMk id="3" creationId="{A0034E89-1952-5288-08A0-70A4A73BE39E}"/>
          </ac:spMkLst>
        </pc:spChg>
      </pc:sldChg>
      <pc:sldChg chg="modSp mod">
        <pc:chgData name="Ivan Valente UniPD" userId="a3a233bfc287bebe" providerId="LiveId" clId="{EED242D9-B7F2-406C-AB1E-E95D76329280}" dt="2026-02-02T14:51:46.304" v="5376" actId="20577"/>
        <pc:sldMkLst>
          <pc:docMk/>
          <pc:sldMk cId="2803092014" sldId="278"/>
        </pc:sldMkLst>
        <pc:spChg chg="mod">
          <ac:chgData name="Ivan Valente UniPD" userId="a3a233bfc287bebe" providerId="LiveId" clId="{EED242D9-B7F2-406C-AB1E-E95D76329280}" dt="2026-02-02T14:51:46.304" v="5376" actId="20577"/>
          <ac:spMkLst>
            <pc:docMk/>
            <pc:sldMk cId="2803092014" sldId="278"/>
            <ac:spMk id="4" creationId="{10047101-8D42-6100-9CEA-AEC0FAEAB606}"/>
          </ac:spMkLst>
        </pc:spChg>
      </pc:sldChg>
      <pc:sldChg chg="addSp modSp mod">
        <pc:chgData name="Ivan Valente UniPD" userId="a3a233bfc287bebe" providerId="LiveId" clId="{EED242D9-B7F2-406C-AB1E-E95D76329280}" dt="2026-02-02T10:35:06.688" v="254" actId="1076"/>
        <pc:sldMkLst>
          <pc:docMk/>
          <pc:sldMk cId="2665045518" sldId="282"/>
        </pc:sldMkLst>
        <pc:spChg chg="mod">
          <ac:chgData name="Ivan Valente UniPD" userId="a3a233bfc287bebe" providerId="LiveId" clId="{EED242D9-B7F2-406C-AB1E-E95D76329280}" dt="2026-02-02T10:29:37.660" v="171"/>
          <ac:spMkLst>
            <pc:docMk/>
            <pc:sldMk cId="2665045518" sldId="282"/>
            <ac:spMk id="3" creationId="{1ABCA07C-1908-B1EB-82FA-EC63DAAF4CF4}"/>
          </ac:spMkLst>
        </pc:spChg>
        <pc:picChg chg="add mod modCrop">
          <ac:chgData name="Ivan Valente UniPD" userId="a3a233bfc287bebe" providerId="LiveId" clId="{EED242D9-B7F2-406C-AB1E-E95D76329280}" dt="2026-02-02T10:35:06.688" v="254" actId="1076"/>
          <ac:picMkLst>
            <pc:docMk/>
            <pc:sldMk cId="2665045518" sldId="282"/>
            <ac:picMk id="4" creationId="{F18BFF32-DA95-1DCD-610A-B72E60BDB698}"/>
          </ac:picMkLst>
        </pc:picChg>
      </pc:sldChg>
      <pc:sldChg chg="del">
        <pc:chgData name="Ivan Valente UniPD" userId="a3a233bfc287bebe" providerId="LiveId" clId="{EED242D9-B7F2-406C-AB1E-E95D76329280}" dt="2026-02-02T10:35:30.254" v="255" actId="47"/>
        <pc:sldMkLst>
          <pc:docMk/>
          <pc:sldMk cId="1388592114" sldId="283"/>
        </pc:sldMkLst>
      </pc:sldChg>
      <pc:sldChg chg="del">
        <pc:chgData name="Ivan Valente UniPD" userId="a3a233bfc287bebe" providerId="LiveId" clId="{EED242D9-B7F2-406C-AB1E-E95D76329280}" dt="2026-02-02T10:31:39.695" v="177" actId="47"/>
        <pc:sldMkLst>
          <pc:docMk/>
          <pc:sldMk cId="652841706" sldId="284"/>
        </pc:sldMkLst>
      </pc:sldChg>
      <pc:sldChg chg="delSp modSp mod">
        <pc:chgData name="Ivan Valente UniPD" userId="a3a233bfc287bebe" providerId="LiveId" clId="{EED242D9-B7F2-406C-AB1E-E95D76329280}" dt="2026-02-02T10:37:16.665" v="259" actId="478"/>
        <pc:sldMkLst>
          <pc:docMk/>
          <pc:sldMk cId="2855514139" sldId="285"/>
        </pc:sldMkLst>
        <pc:spChg chg="del mod">
          <ac:chgData name="Ivan Valente UniPD" userId="a3a233bfc287bebe" providerId="LiveId" clId="{EED242D9-B7F2-406C-AB1E-E95D76329280}" dt="2026-02-02T10:37:16.665" v="259" actId="478"/>
          <ac:spMkLst>
            <pc:docMk/>
            <pc:sldMk cId="2855514139" sldId="285"/>
            <ac:spMk id="2" creationId="{098D2A1E-61D7-D5E3-3F03-BFC8F784E257}"/>
          </ac:spMkLst>
        </pc:spChg>
      </pc:sldChg>
      <pc:sldChg chg="del">
        <pc:chgData name="Ivan Valente UniPD" userId="a3a233bfc287bebe" providerId="LiveId" clId="{EED242D9-B7F2-406C-AB1E-E95D76329280}" dt="2026-02-02T10:31:38.815" v="176" actId="47"/>
        <pc:sldMkLst>
          <pc:docMk/>
          <pc:sldMk cId="233018862" sldId="286"/>
        </pc:sldMkLst>
      </pc:sldChg>
      <pc:sldChg chg="del">
        <pc:chgData name="Ivan Valente UniPD" userId="a3a233bfc287bebe" providerId="LiveId" clId="{EED242D9-B7F2-406C-AB1E-E95D76329280}" dt="2026-02-02T10:31:10.538" v="174" actId="47"/>
        <pc:sldMkLst>
          <pc:docMk/>
          <pc:sldMk cId="3353460760" sldId="287"/>
        </pc:sldMkLst>
      </pc:sldChg>
      <pc:sldChg chg="del">
        <pc:chgData name="Ivan Valente UniPD" userId="a3a233bfc287bebe" providerId="LiveId" clId="{EED242D9-B7F2-406C-AB1E-E95D76329280}" dt="2026-02-02T10:30:28.778" v="173" actId="47"/>
        <pc:sldMkLst>
          <pc:docMk/>
          <pc:sldMk cId="414523832" sldId="288"/>
        </pc:sldMkLst>
      </pc:sldChg>
      <pc:sldChg chg="del">
        <pc:chgData name="Ivan Valente UniPD" userId="a3a233bfc287bebe" providerId="LiveId" clId="{EED242D9-B7F2-406C-AB1E-E95D76329280}" dt="2026-02-02T10:30:25.245" v="172" actId="47"/>
        <pc:sldMkLst>
          <pc:docMk/>
          <pc:sldMk cId="314440392" sldId="289"/>
        </pc:sldMkLst>
      </pc:sldChg>
      <pc:sldChg chg="del">
        <pc:chgData name="Ivan Valente UniPD" userId="a3a233bfc287bebe" providerId="LiveId" clId="{EED242D9-B7F2-406C-AB1E-E95D76329280}" dt="2026-02-02T10:31:37.913" v="175" actId="47"/>
        <pc:sldMkLst>
          <pc:docMk/>
          <pc:sldMk cId="118667928" sldId="290"/>
        </pc:sldMkLst>
      </pc:sldChg>
      <pc:sldChg chg="addSp delSp modSp mod">
        <pc:chgData name="Ivan Valente UniPD" userId="a3a233bfc287bebe" providerId="LiveId" clId="{EED242D9-B7F2-406C-AB1E-E95D76329280}" dt="2026-02-02T11:09:49.954" v="892" actId="14100"/>
        <pc:sldMkLst>
          <pc:docMk/>
          <pc:sldMk cId="849465297" sldId="291"/>
        </pc:sldMkLst>
        <pc:spChg chg="mod">
          <ac:chgData name="Ivan Valente UniPD" userId="a3a233bfc287bebe" providerId="LiveId" clId="{EED242D9-B7F2-406C-AB1E-E95D76329280}" dt="2026-02-02T10:39:14.370" v="294" actId="20577"/>
          <ac:spMkLst>
            <pc:docMk/>
            <pc:sldMk cId="849465297" sldId="291"/>
            <ac:spMk id="2" creationId="{D1FC59F6-9B22-C211-4B4C-A2FD4B914C46}"/>
          </ac:spMkLst>
        </pc:spChg>
        <pc:spChg chg="add del mod">
          <ac:chgData name="Ivan Valente UniPD" userId="a3a233bfc287bebe" providerId="LiveId" clId="{EED242D9-B7F2-406C-AB1E-E95D76329280}" dt="2026-02-02T11:09:49.954" v="892" actId="14100"/>
          <ac:spMkLst>
            <pc:docMk/>
            <pc:sldMk cId="849465297" sldId="291"/>
            <ac:spMk id="4" creationId="{04304DE3-2D64-1E41-524C-88DBC9130F7B}"/>
          </ac:spMkLst>
        </pc:spChg>
        <pc:spChg chg="add">
          <ac:chgData name="Ivan Valente UniPD" userId="a3a233bfc287bebe" providerId="LiveId" clId="{EED242D9-B7F2-406C-AB1E-E95D76329280}" dt="2026-02-02T10:42:14.639" v="306"/>
          <ac:spMkLst>
            <pc:docMk/>
            <pc:sldMk cId="849465297" sldId="291"/>
            <ac:spMk id="12" creationId="{39FCFDC3-C7E7-B685-1B50-94251FC0B708}"/>
          </ac:spMkLst>
        </pc:spChg>
        <pc:spChg chg="add mod">
          <ac:chgData name="Ivan Valente UniPD" userId="a3a233bfc287bebe" providerId="LiveId" clId="{EED242D9-B7F2-406C-AB1E-E95D76329280}" dt="2026-02-02T11:09:43.202" v="890" actId="1076"/>
          <ac:spMkLst>
            <pc:docMk/>
            <pc:sldMk cId="849465297" sldId="291"/>
            <ac:spMk id="14" creationId="{DF14A0A3-5DD1-117F-66FD-C4A6E63B1429}"/>
          </ac:spMkLst>
        </pc:spChg>
        <pc:spChg chg="add mod">
          <ac:chgData name="Ivan Valente UniPD" userId="a3a233bfc287bebe" providerId="LiveId" clId="{EED242D9-B7F2-406C-AB1E-E95D76329280}" dt="2026-02-02T11:09:47.914" v="891" actId="1076"/>
          <ac:spMkLst>
            <pc:docMk/>
            <pc:sldMk cId="849465297" sldId="291"/>
            <ac:spMk id="15" creationId="{A429EE53-7D72-584D-9278-C715D21F846A}"/>
          </ac:spMkLst>
        </pc:spChg>
        <pc:graphicFrameChg chg="del">
          <ac:chgData name="Ivan Valente UniPD" userId="a3a233bfc287bebe" providerId="LiveId" clId="{EED242D9-B7F2-406C-AB1E-E95D76329280}" dt="2026-02-02T10:31:42.391" v="178" actId="478"/>
          <ac:graphicFrameMkLst>
            <pc:docMk/>
            <pc:sldMk cId="849465297" sldId="291"/>
            <ac:graphicFrameMk id="13" creationId="{24F0E16C-0C56-89A4-2FE9-7D5EBE3963CC}"/>
          </ac:graphicFrameMkLst>
        </pc:graphicFrameChg>
        <pc:picChg chg="add mod">
          <ac:chgData name="Ivan Valente UniPD" userId="a3a233bfc287bebe" providerId="LiveId" clId="{EED242D9-B7F2-406C-AB1E-E95D76329280}" dt="2026-02-02T10:32:52.139" v="183"/>
          <ac:picMkLst>
            <pc:docMk/>
            <pc:sldMk cId="849465297" sldId="291"/>
            <ac:picMk id="6" creationId="{CF261AF0-C36E-664C-5241-4A9F593F3E6F}"/>
          </ac:picMkLst>
        </pc:picChg>
        <pc:picChg chg="add mod">
          <ac:chgData name="Ivan Valente UniPD" userId="a3a233bfc287bebe" providerId="LiveId" clId="{EED242D9-B7F2-406C-AB1E-E95D76329280}" dt="2026-02-02T10:32:56.875" v="188"/>
          <ac:picMkLst>
            <pc:docMk/>
            <pc:sldMk cId="849465297" sldId="291"/>
            <ac:picMk id="8" creationId="{AF09FBDF-9B3E-CC33-EA1F-A4ACC73D7360}"/>
          </ac:picMkLst>
        </pc:picChg>
        <pc:picChg chg="add mod modCrop">
          <ac:chgData name="Ivan Valente UniPD" userId="a3a233bfc287bebe" providerId="LiveId" clId="{EED242D9-B7F2-406C-AB1E-E95D76329280}" dt="2026-02-02T10:33:29.921" v="236" actId="732"/>
          <ac:picMkLst>
            <pc:docMk/>
            <pc:sldMk cId="849465297" sldId="291"/>
            <ac:picMk id="10" creationId="{37897BD6-1596-87E5-7571-53666B6A3733}"/>
          </ac:picMkLst>
        </pc:picChg>
      </pc:sldChg>
      <pc:sldChg chg="del">
        <pc:chgData name="Ivan Valente UniPD" userId="a3a233bfc287bebe" providerId="LiveId" clId="{EED242D9-B7F2-406C-AB1E-E95D76329280}" dt="2026-02-02T13:58:40.685" v="2733" actId="47"/>
        <pc:sldMkLst>
          <pc:docMk/>
          <pc:sldMk cId="2547630249" sldId="292"/>
        </pc:sldMkLst>
      </pc:sldChg>
      <pc:sldChg chg="new del">
        <pc:chgData name="Ivan Valente UniPD" userId="a3a233bfc287bebe" providerId="LiveId" clId="{EED242D9-B7F2-406C-AB1E-E95D76329280}" dt="2026-02-02T10:35:55.837" v="257" actId="47"/>
        <pc:sldMkLst>
          <pc:docMk/>
          <pc:sldMk cId="486960204" sldId="293"/>
        </pc:sldMkLst>
      </pc:sldChg>
      <pc:sldChg chg="addSp delSp modSp add mod">
        <pc:chgData name="Ivan Valente UniPD" userId="a3a233bfc287bebe" providerId="LiveId" clId="{EED242D9-B7F2-406C-AB1E-E95D76329280}" dt="2026-02-02T11:08:40.266" v="888" actId="1076"/>
        <pc:sldMkLst>
          <pc:docMk/>
          <pc:sldMk cId="3729409598" sldId="293"/>
        </pc:sldMkLst>
        <pc:spChg chg="mod">
          <ac:chgData name="Ivan Valente UniPD" userId="a3a233bfc287bebe" providerId="LiveId" clId="{EED242D9-B7F2-406C-AB1E-E95D76329280}" dt="2026-02-02T10:48:03.602" v="468" actId="20577"/>
          <ac:spMkLst>
            <pc:docMk/>
            <pc:sldMk cId="3729409598" sldId="293"/>
            <ac:spMk id="2" creationId="{23F120DC-47C4-751E-5AB8-9718009D6E57}"/>
          </ac:spMkLst>
        </pc:spChg>
        <pc:spChg chg="add del mod">
          <ac:chgData name="Ivan Valente UniPD" userId="a3a233bfc287bebe" providerId="LiveId" clId="{EED242D9-B7F2-406C-AB1E-E95D76329280}" dt="2026-02-02T11:01:20.475" v="750" actId="478"/>
          <ac:spMkLst>
            <pc:docMk/>
            <pc:sldMk cId="3729409598" sldId="293"/>
            <ac:spMk id="3" creationId="{E04F5120-99FD-F9C2-8CFB-E39FAE59E2F8}"/>
          </ac:spMkLst>
        </pc:spChg>
        <pc:spChg chg="mod">
          <ac:chgData name="Ivan Valente UniPD" userId="a3a233bfc287bebe" providerId="LiveId" clId="{EED242D9-B7F2-406C-AB1E-E95D76329280}" dt="2026-02-02T11:08:34.111" v="886" actId="27636"/>
          <ac:spMkLst>
            <pc:docMk/>
            <pc:sldMk cId="3729409598" sldId="293"/>
            <ac:spMk id="4" creationId="{DE49AFF4-A59E-0629-DD15-8539A59358CC}"/>
          </ac:spMkLst>
        </pc:spChg>
        <pc:spChg chg="add del mod">
          <ac:chgData name="Ivan Valente UniPD" userId="a3a233bfc287bebe" providerId="LiveId" clId="{EED242D9-B7F2-406C-AB1E-E95D76329280}" dt="2026-02-02T11:03:07.580" v="782" actId="478"/>
          <ac:spMkLst>
            <pc:docMk/>
            <pc:sldMk cId="3729409598" sldId="293"/>
            <ac:spMk id="5" creationId="{9102E3F9-49D3-6152-79FB-8615B5ECD8D2}"/>
          </ac:spMkLst>
        </pc:spChg>
        <pc:spChg chg="add del mod">
          <ac:chgData name="Ivan Valente UniPD" userId="a3a233bfc287bebe" providerId="LiveId" clId="{EED242D9-B7F2-406C-AB1E-E95D76329280}" dt="2026-02-02T11:05:42.318" v="826" actId="767"/>
          <ac:spMkLst>
            <pc:docMk/>
            <pc:sldMk cId="3729409598" sldId="293"/>
            <ac:spMk id="8" creationId="{38DAE92E-CB31-C206-E2E9-D350E993ED2C}"/>
          </ac:spMkLst>
        </pc:spChg>
        <pc:picChg chg="add del mod">
          <ac:chgData name="Ivan Valente UniPD" userId="a3a233bfc287bebe" providerId="LiveId" clId="{EED242D9-B7F2-406C-AB1E-E95D76329280}" dt="2026-02-02T11:08:40.266" v="888" actId="1076"/>
          <ac:picMkLst>
            <pc:docMk/>
            <pc:sldMk cId="3729409598" sldId="293"/>
            <ac:picMk id="7" creationId="{9C4BEF6E-77DA-B4C6-9854-251714C269FE}"/>
          </ac:picMkLst>
        </pc:picChg>
      </pc:sldChg>
      <pc:sldChg chg="addSp delSp modSp add mod">
        <pc:chgData name="Ivan Valente UniPD" userId="a3a233bfc287bebe" providerId="LiveId" clId="{EED242D9-B7F2-406C-AB1E-E95D76329280}" dt="2026-02-02T11:32:11.939" v="1232" actId="1076"/>
        <pc:sldMkLst>
          <pc:docMk/>
          <pc:sldMk cId="2620810767" sldId="294"/>
        </pc:sldMkLst>
        <pc:spChg chg="mod">
          <ac:chgData name="Ivan Valente UniPD" userId="a3a233bfc287bebe" providerId="LiveId" clId="{EED242D9-B7F2-406C-AB1E-E95D76329280}" dt="2026-02-02T11:13:31.218" v="989" actId="20577"/>
          <ac:spMkLst>
            <pc:docMk/>
            <pc:sldMk cId="2620810767" sldId="294"/>
            <ac:spMk id="2" creationId="{4BCB0D6A-B5FB-56A6-0780-1271D204F0BF}"/>
          </ac:spMkLst>
        </pc:spChg>
        <pc:spChg chg="mod">
          <ac:chgData name="Ivan Valente UniPD" userId="a3a233bfc287bebe" providerId="LiveId" clId="{EED242D9-B7F2-406C-AB1E-E95D76329280}" dt="2026-02-02T11:32:06.499" v="1231" actId="20577"/>
          <ac:spMkLst>
            <pc:docMk/>
            <pc:sldMk cId="2620810767" sldId="294"/>
            <ac:spMk id="4" creationId="{6E2A9576-AFC4-7EDB-2597-1A9B04469440}"/>
          </ac:spMkLst>
        </pc:spChg>
        <pc:picChg chg="add mod">
          <ac:chgData name="Ivan Valente UniPD" userId="a3a233bfc287bebe" providerId="LiveId" clId="{EED242D9-B7F2-406C-AB1E-E95D76329280}" dt="2026-02-02T11:32:11.939" v="1232" actId="1076"/>
          <ac:picMkLst>
            <pc:docMk/>
            <pc:sldMk cId="2620810767" sldId="294"/>
            <ac:picMk id="5" creationId="{BAAC55A1-2C5A-55C5-95F2-4895D7A01FB8}"/>
          </ac:picMkLst>
        </pc:picChg>
        <pc:picChg chg="del">
          <ac:chgData name="Ivan Valente UniPD" userId="a3a233bfc287bebe" providerId="LiveId" clId="{EED242D9-B7F2-406C-AB1E-E95D76329280}" dt="2026-02-02T11:10:27.283" v="894" actId="478"/>
          <ac:picMkLst>
            <pc:docMk/>
            <pc:sldMk cId="2620810767" sldId="294"/>
            <ac:picMk id="7" creationId="{20FCAD6C-2239-E39A-3FE4-8EFFE10A2C52}"/>
          </ac:picMkLst>
        </pc:picChg>
      </pc:sldChg>
      <pc:sldChg chg="addSp delSp modSp add mod">
        <pc:chgData name="Ivan Valente UniPD" userId="a3a233bfc287bebe" providerId="LiveId" clId="{EED242D9-B7F2-406C-AB1E-E95D76329280}" dt="2026-02-02T11:52:19.973" v="1444" actId="20577"/>
        <pc:sldMkLst>
          <pc:docMk/>
          <pc:sldMk cId="1814893304" sldId="295"/>
        </pc:sldMkLst>
        <pc:spChg chg="mod">
          <ac:chgData name="Ivan Valente UniPD" userId="a3a233bfc287bebe" providerId="LiveId" clId="{EED242D9-B7F2-406C-AB1E-E95D76329280}" dt="2026-02-02T11:52:19.973" v="1444" actId="20577"/>
          <ac:spMkLst>
            <pc:docMk/>
            <pc:sldMk cId="1814893304" sldId="295"/>
            <ac:spMk id="4" creationId="{5D4B3BE8-7C1F-626F-50C0-E767D8C589E9}"/>
          </ac:spMkLst>
        </pc:spChg>
        <pc:spChg chg="add">
          <ac:chgData name="Ivan Valente UniPD" userId="a3a233bfc287bebe" providerId="LiveId" clId="{EED242D9-B7F2-406C-AB1E-E95D76329280}" dt="2026-02-02T11:48:17.188" v="1310"/>
          <ac:spMkLst>
            <pc:docMk/>
            <pc:sldMk cId="1814893304" sldId="295"/>
            <ac:spMk id="7" creationId="{383AD639-66CA-E325-5E3C-B22943A5454F}"/>
          </ac:spMkLst>
        </pc:spChg>
        <pc:spChg chg="add mod">
          <ac:chgData name="Ivan Valente UniPD" userId="a3a233bfc287bebe" providerId="LiveId" clId="{EED242D9-B7F2-406C-AB1E-E95D76329280}" dt="2026-02-02T11:52:06.952" v="1430" actId="404"/>
          <ac:spMkLst>
            <pc:docMk/>
            <pc:sldMk cId="1814893304" sldId="295"/>
            <ac:spMk id="8" creationId="{37B89364-F8D6-E4C0-A2A5-F940F6DFE011}"/>
          </ac:spMkLst>
        </pc:spChg>
        <pc:spChg chg="add">
          <ac:chgData name="Ivan Valente UniPD" userId="a3a233bfc287bebe" providerId="LiveId" clId="{EED242D9-B7F2-406C-AB1E-E95D76329280}" dt="2026-02-02T11:48:21.628" v="1313"/>
          <ac:spMkLst>
            <pc:docMk/>
            <pc:sldMk cId="1814893304" sldId="295"/>
            <ac:spMk id="9" creationId="{7C886C54-B3EB-B26A-F29F-34BCF9162FF0}"/>
          </ac:spMkLst>
        </pc:spChg>
        <pc:spChg chg="add">
          <ac:chgData name="Ivan Valente UniPD" userId="a3a233bfc287bebe" providerId="LiveId" clId="{EED242D9-B7F2-406C-AB1E-E95D76329280}" dt="2026-02-02T11:49:50.132" v="1336"/>
          <ac:spMkLst>
            <pc:docMk/>
            <pc:sldMk cId="1814893304" sldId="295"/>
            <ac:spMk id="12" creationId="{633D3ED0-17FD-47A7-5B03-B2BE3E4D060F}"/>
          </ac:spMkLst>
        </pc:spChg>
        <pc:picChg chg="del">
          <ac:chgData name="Ivan Valente UniPD" userId="a3a233bfc287bebe" providerId="LiveId" clId="{EED242D9-B7F2-406C-AB1E-E95D76329280}" dt="2026-02-02T11:32:18.644" v="1234" actId="478"/>
          <ac:picMkLst>
            <pc:docMk/>
            <pc:sldMk cId="1814893304" sldId="295"/>
            <ac:picMk id="5" creationId="{612DA5DD-689C-BCBD-3945-FA53F4151AE1}"/>
          </ac:picMkLst>
        </pc:picChg>
        <pc:picChg chg="add mod">
          <ac:chgData name="Ivan Valente UniPD" userId="a3a233bfc287bebe" providerId="LiveId" clId="{EED242D9-B7F2-406C-AB1E-E95D76329280}" dt="2026-02-02T11:41:55.380" v="1308" actId="1076"/>
          <ac:picMkLst>
            <pc:docMk/>
            <pc:sldMk cId="1814893304" sldId="295"/>
            <ac:picMk id="6" creationId="{F4932EC7-E0DD-A55D-929B-F5B35868A575}"/>
          </ac:picMkLst>
        </pc:picChg>
      </pc:sldChg>
      <pc:sldChg chg="addSp delSp modSp add mod">
        <pc:chgData name="Ivan Valente UniPD" userId="a3a233bfc287bebe" providerId="LiveId" clId="{EED242D9-B7F2-406C-AB1E-E95D76329280}" dt="2026-02-02T14:13:38.754" v="3103" actId="20577"/>
        <pc:sldMkLst>
          <pc:docMk/>
          <pc:sldMk cId="4073578586" sldId="296"/>
        </pc:sldMkLst>
        <pc:spChg chg="mod">
          <ac:chgData name="Ivan Valente UniPD" userId="a3a233bfc287bebe" providerId="LiveId" clId="{EED242D9-B7F2-406C-AB1E-E95D76329280}" dt="2026-02-02T11:50:39.893" v="1401" actId="20577"/>
          <ac:spMkLst>
            <pc:docMk/>
            <pc:sldMk cId="4073578586" sldId="296"/>
            <ac:spMk id="2" creationId="{6CF8B1E2-052B-648B-1E0B-E05491B5E62D}"/>
          </ac:spMkLst>
        </pc:spChg>
        <pc:spChg chg="mod">
          <ac:chgData name="Ivan Valente UniPD" userId="a3a233bfc287bebe" providerId="LiveId" clId="{EED242D9-B7F2-406C-AB1E-E95D76329280}" dt="2026-02-02T14:13:38.754" v="3103" actId="20577"/>
          <ac:spMkLst>
            <pc:docMk/>
            <pc:sldMk cId="4073578586" sldId="296"/>
            <ac:spMk id="4" creationId="{B6A6A8E9-C260-0669-9B9C-87D9E2C4CF81}"/>
          </ac:spMkLst>
        </pc:spChg>
        <pc:spChg chg="del">
          <ac:chgData name="Ivan Valente UniPD" userId="a3a233bfc287bebe" providerId="LiveId" clId="{EED242D9-B7F2-406C-AB1E-E95D76329280}" dt="2026-02-02T11:53:32.180" v="1512" actId="478"/>
          <ac:spMkLst>
            <pc:docMk/>
            <pc:sldMk cId="4073578586" sldId="296"/>
            <ac:spMk id="8" creationId="{325BEA5D-62AC-9BDB-4261-A296E1A6C591}"/>
          </ac:spMkLst>
        </pc:spChg>
        <pc:picChg chg="add mod">
          <ac:chgData name="Ivan Valente UniPD" userId="a3a233bfc287bebe" providerId="LiveId" clId="{EED242D9-B7F2-406C-AB1E-E95D76329280}" dt="2026-02-02T11:58:17.780" v="1690" actId="14100"/>
          <ac:picMkLst>
            <pc:docMk/>
            <pc:sldMk cId="4073578586" sldId="296"/>
            <ac:picMk id="5" creationId="{6CBD258D-3801-D92C-806C-BF204AA9A926}"/>
          </ac:picMkLst>
        </pc:picChg>
        <pc:picChg chg="del">
          <ac:chgData name="Ivan Valente UniPD" userId="a3a233bfc287bebe" providerId="LiveId" clId="{EED242D9-B7F2-406C-AB1E-E95D76329280}" dt="2026-02-02T11:50:41.253" v="1402" actId="478"/>
          <ac:picMkLst>
            <pc:docMk/>
            <pc:sldMk cId="4073578586" sldId="296"/>
            <ac:picMk id="6" creationId="{212AC9AE-BA08-9A2E-0885-70F5C089732C}"/>
          </ac:picMkLst>
        </pc:picChg>
      </pc:sldChg>
      <pc:sldChg chg="modSp add mod ord">
        <pc:chgData name="Ivan Valente UniPD" userId="a3a233bfc287bebe" providerId="LiveId" clId="{EED242D9-B7F2-406C-AB1E-E95D76329280}" dt="2026-02-02T12:30:28.003" v="1708"/>
        <pc:sldMkLst>
          <pc:docMk/>
          <pc:sldMk cId="3807768074" sldId="297"/>
        </pc:sldMkLst>
        <pc:spChg chg="mod">
          <ac:chgData name="Ivan Valente UniPD" userId="a3a233bfc287bebe" providerId="LiveId" clId="{EED242D9-B7F2-406C-AB1E-E95D76329280}" dt="2026-02-02T12:30:28.003" v="1708"/>
          <ac:spMkLst>
            <pc:docMk/>
            <pc:sldMk cId="3807768074" sldId="297"/>
            <ac:spMk id="3" creationId="{74D5AB32-414C-C9BE-0386-91D491408043}"/>
          </ac:spMkLst>
        </pc:spChg>
      </pc:sldChg>
      <pc:sldChg chg="addSp delSp modSp add mod ord">
        <pc:chgData name="Ivan Valente UniPD" userId="a3a233bfc287bebe" providerId="LiveId" clId="{EED242D9-B7F2-406C-AB1E-E95D76329280}" dt="2026-02-02T14:19:57.723" v="3314" actId="1036"/>
        <pc:sldMkLst>
          <pc:docMk/>
          <pc:sldMk cId="134985273" sldId="298"/>
        </pc:sldMkLst>
        <pc:spChg chg="mod">
          <ac:chgData name="Ivan Valente UniPD" userId="a3a233bfc287bebe" providerId="LiveId" clId="{EED242D9-B7F2-406C-AB1E-E95D76329280}" dt="2026-02-02T13:01:31.768" v="1741" actId="20577"/>
          <ac:spMkLst>
            <pc:docMk/>
            <pc:sldMk cId="134985273" sldId="298"/>
            <ac:spMk id="2" creationId="{15312992-8EC6-920C-D166-D946B2777F09}"/>
          </ac:spMkLst>
        </pc:spChg>
        <pc:spChg chg="add mod">
          <ac:chgData name="Ivan Valente UniPD" userId="a3a233bfc287bebe" providerId="LiveId" clId="{EED242D9-B7F2-406C-AB1E-E95D76329280}" dt="2026-02-02T14:19:57.723" v="3314" actId="1036"/>
          <ac:spMkLst>
            <pc:docMk/>
            <pc:sldMk cId="134985273" sldId="298"/>
            <ac:spMk id="3" creationId="{2FBB3514-084D-B43C-5620-D16FF49C9F76}"/>
          </ac:spMkLst>
        </pc:spChg>
        <pc:spChg chg="mod">
          <ac:chgData name="Ivan Valente UniPD" userId="a3a233bfc287bebe" providerId="LiveId" clId="{EED242D9-B7F2-406C-AB1E-E95D76329280}" dt="2026-02-02T14:19:47.339" v="3290" actId="20577"/>
          <ac:spMkLst>
            <pc:docMk/>
            <pc:sldMk cId="134985273" sldId="298"/>
            <ac:spMk id="4" creationId="{C727F8DC-427F-F178-8358-95A82C5ED73C}"/>
          </ac:spMkLst>
        </pc:spChg>
        <pc:spChg chg="add mod">
          <ac:chgData name="Ivan Valente UniPD" userId="a3a233bfc287bebe" providerId="LiveId" clId="{EED242D9-B7F2-406C-AB1E-E95D76329280}" dt="2026-02-02T14:19:57.723" v="3314" actId="1036"/>
          <ac:spMkLst>
            <pc:docMk/>
            <pc:sldMk cId="134985273" sldId="298"/>
            <ac:spMk id="5" creationId="{7E521715-D92C-8B56-3AD6-95E8FAA0D6A7}"/>
          </ac:spMkLst>
        </pc:spChg>
        <pc:spChg chg="del">
          <ac:chgData name="Ivan Valente UniPD" userId="a3a233bfc287bebe" providerId="LiveId" clId="{EED242D9-B7F2-406C-AB1E-E95D76329280}" dt="2026-02-02T13:01:36.304" v="1742" actId="478"/>
          <ac:spMkLst>
            <pc:docMk/>
            <pc:sldMk cId="134985273" sldId="298"/>
            <ac:spMk id="14" creationId="{654EE4D2-E782-6EE7-ACB6-FD66CE1743DB}"/>
          </ac:spMkLst>
        </pc:spChg>
        <pc:spChg chg="del">
          <ac:chgData name="Ivan Valente UniPD" userId="a3a233bfc287bebe" providerId="LiveId" clId="{EED242D9-B7F2-406C-AB1E-E95D76329280}" dt="2026-02-02T13:01:37.112" v="1743" actId="478"/>
          <ac:spMkLst>
            <pc:docMk/>
            <pc:sldMk cId="134985273" sldId="298"/>
            <ac:spMk id="15" creationId="{107B28D7-2402-D696-7A79-2F482A4C9EB4}"/>
          </ac:spMkLst>
        </pc:spChg>
      </pc:sldChg>
      <pc:sldChg chg="modSp add mod ord">
        <pc:chgData name="Ivan Valente UniPD" userId="a3a233bfc287bebe" providerId="LiveId" clId="{EED242D9-B7F2-406C-AB1E-E95D76329280}" dt="2026-02-02T13:05:40.516" v="1932"/>
        <pc:sldMkLst>
          <pc:docMk/>
          <pc:sldMk cId="2346856864" sldId="299"/>
        </pc:sldMkLst>
        <pc:spChg chg="mod">
          <ac:chgData name="Ivan Valente UniPD" userId="a3a233bfc287bebe" providerId="LiveId" clId="{EED242D9-B7F2-406C-AB1E-E95D76329280}" dt="2026-02-02T13:05:40.516" v="1932"/>
          <ac:spMkLst>
            <pc:docMk/>
            <pc:sldMk cId="2346856864" sldId="299"/>
            <ac:spMk id="3" creationId="{AADDB979-2559-F5AC-8C97-B8DCA531A702}"/>
          </ac:spMkLst>
        </pc:spChg>
      </pc:sldChg>
      <pc:sldChg chg="addSp modSp add del mod ord">
        <pc:chgData name="Ivan Valente UniPD" userId="a3a233bfc287bebe" providerId="LiveId" clId="{EED242D9-B7F2-406C-AB1E-E95D76329280}" dt="2026-02-02T14:04:34.239" v="2978" actId="47"/>
        <pc:sldMkLst>
          <pc:docMk/>
          <pc:sldMk cId="2054613535" sldId="300"/>
        </pc:sldMkLst>
        <pc:spChg chg="mod">
          <ac:chgData name="Ivan Valente UniPD" userId="a3a233bfc287bebe" providerId="LiveId" clId="{EED242D9-B7F2-406C-AB1E-E95D76329280}" dt="2026-02-02T13:07:10.145" v="2071" actId="20577"/>
          <ac:spMkLst>
            <pc:docMk/>
            <pc:sldMk cId="2054613535" sldId="300"/>
            <ac:spMk id="2" creationId="{2EDB5616-1825-4F45-9201-DF0813CE7D36}"/>
          </ac:spMkLst>
        </pc:spChg>
        <pc:spChg chg="add mod">
          <ac:chgData name="Ivan Valente UniPD" userId="a3a233bfc287bebe" providerId="LiveId" clId="{EED242D9-B7F2-406C-AB1E-E95D76329280}" dt="2026-02-02T13:34:34.994" v="2316" actId="20577"/>
          <ac:spMkLst>
            <pc:docMk/>
            <pc:sldMk cId="2054613535" sldId="300"/>
            <ac:spMk id="3" creationId="{D8C5A73B-0DCA-69A9-8F21-4FA64809B890}"/>
          </ac:spMkLst>
        </pc:spChg>
        <pc:spChg chg="mod">
          <ac:chgData name="Ivan Valente UniPD" userId="a3a233bfc287bebe" providerId="LiveId" clId="{EED242D9-B7F2-406C-AB1E-E95D76329280}" dt="2026-02-02T13:53:20.483" v="2628" actId="20577"/>
          <ac:spMkLst>
            <pc:docMk/>
            <pc:sldMk cId="2054613535" sldId="300"/>
            <ac:spMk id="4" creationId="{48ACD377-E378-A765-1DA5-6F7AEF830CA7}"/>
          </ac:spMkLst>
        </pc:spChg>
      </pc:sldChg>
      <pc:sldChg chg="modSp add mod">
        <pc:chgData name="Ivan Valente UniPD" userId="a3a233bfc287bebe" providerId="LiveId" clId="{EED242D9-B7F2-406C-AB1E-E95D76329280}" dt="2026-02-02T15:42:14.862" v="5825" actId="20577"/>
        <pc:sldMkLst>
          <pc:docMk/>
          <pc:sldMk cId="1614820573" sldId="301"/>
        </pc:sldMkLst>
        <pc:spChg chg="mod">
          <ac:chgData name="Ivan Valente UniPD" userId="a3a233bfc287bebe" providerId="LiveId" clId="{EED242D9-B7F2-406C-AB1E-E95D76329280}" dt="2026-02-02T15:42:14.862" v="5825" actId="20577"/>
          <ac:spMkLst>
            <pc:docMk/>
            <pc:sldMk cId="1614820573" sldId="301"/>
            <ac:spMk id="4" creationId="{80E44562-C2EB-3AA2-207F-C5988862B73C}"/>
          </ac:spMkLst>
        </pc:spChg>
      </pc:sldChg>
      <pc:sldChg chg="modSp add mod ord">
        <pc:chgData name="Ivan Valente UniPD" userId="a3a233bfc287bebe" providerId="LiveId" clId="{EED242D9-B7F2-406C-AB1E-E95D76329280}" dt="2026-02-02T13:58:11.922" v="2724" actId="20577"/>
        <pc:sldMkLst>
          <pc:docMk/>
          <pc:sldMk cId="4266366736" sldId="302"/>
        </pc:sldMkLst>
        <pc:spChg chg="mod">
          <ac:chgData name="Ivan Valente UniPD" userId="a3a233bfc287bebe" providerId="LiveId" clId="{EED242D9-B7F2-406C-AB1E-E95D76329280}" dt="2026-02-02T13:58:11.922" v="2724" actId="20577"/>
          <ac:spMkLst>
            <pc:docMk/>
            <pc:sldMk cId="4266366736" sldId="302"/>
            <ac:spMk id="3" creationId="{3DEDCB88-A27E-3B9A-21B0-30AAE82D342D}"/>
          </ac:spMkLst>
        </pc:spChg>
      </pc:sldChg>
      <pc:sldChg chg="addSp modSp add mod ord">
        <pc:chgData name="Ivan Valente UniPD" userId="a3a233bfc287bebe" providerId="LiveId" clId="{EED242D9-B7F2-406C-AB1E-E95D76329280}" dt="2026-02-02T14:08:49.344" v="3037" actId="20577"/>
        <pc:sldMkLst>
          <pc:docMk/>
          <pc:sldMk cId="2872422517" sldId="303"/>
        </pc:sldMkLst>
        <pc:spChg chg="mod">
          <ac:chgData name="Ivan Valente UniPD" userId="a3a233bfc287bebe" providerId="LiveId" clId="{EED242D9-B7F2-406C-AB1E-E95D76329280}" dt="2026-02-02T14:06:19.814" v="2992" actId="20577"/>
          <ac:spMkLst>
            <pc:docMk/>
            <pc:sldMk cId="2872422517" sldId="303"/>
            <ac:spMk id="3" creationId="{71421053-8E7A-90F2-35C0-0DA922D2DC24}"/>
          </ac:spMkLst>
        </pc:spChg>
        <pc:spChg chg="mod">
          <ac:chgData name="Ivan Valente UniPD" userId="a3a233bfc287bebe" providerId="LiveId" clId="{EED242D9-B7F2-406C-AB1E-E95D76329280}" dt="2026-02-02T14:08:49.344" v="3037" actId="20577"/>
          <ac:spMkLst>
            <pc:docMk/>
            <pc:sldMk cId="2872422517" sldId="303"/>
            <ac:spMk id="4" creationId="{72721DE3-7109-5941-C1DD-B490301F6B58}"/>
          </ac:spMkLst>
        </pc:spChg>
        <pc:spChg chg="add">
          <ac:chgData name="Ivan Valente UniPD" userId="a3a233bfc287bebe" providerId="LiveId" clId="{EED242D9-B7F2-406C-AB1E-E95D76329280}" dt="2026-02-02T14:04:07.321" v="2969"/>
          <ac:spMkLst>
            <pc:docMk/>
            <pc:sldMk cId="2872422517" sldId="303"/>
            <ac:spMk id="5" creationId="{74CE6C47-C043-AAF8-4D99-DD58428CBE59}"/>
          </ac:spMkLst>
        </pc:spChg>
      </pc:sldChg>
      <pc:sldChg chg="modSp add mod ord">
        <pc:chgData name="Ivan Valente UniPD" userId="a3a233bfc287bebe" providerId="LiveId" clId="{EED242D9-B7F2-406C-AB1E-E95D76329280}" dt="2026-02-02T15:42:36.197" v="5848" actId="1035"/>
        <pc:sldMkLst>
          <pc:docMk/>
          <pc:sldMk cId="1018182829" sldId="304"/>
        </pc:sldMkLst>
        <pc:spChg chg="mod">
          <ac:chgData name="Ivan Valente UniPD" userId="a3a233bfc287bebe" providerId="LiveId" clId="{EED242D9-B7F2-406C-AB1E-E95D76329280}" dt="2026-02-02T13:58:30.698" v="2732" actId="20577"/>
          <ac:spMkLst>
            <pc:docMk/>
            <pc:sldMk cId="1018182829" sldId="304"/>
            <ac:spMk id="2" creationId="{64B92F05-D425-3A41-A204-6DB8541D0691}"/>
          </ac:spMkLst>
        </pc:spChg>
        <pc:spChg chg="mod">
          <ac:chgData name="Ivan Valente UniPD" userId="a3a233bfc287bebe" providerId="LiveId" clId="{EED242D9-B7F2-406C-AB1E-E95D76329280}" dt="2026-02-02T15:42:36.197" v="5848" actId="1035"/>
          <ac:spMkLst>
            <pc:docMk/>
            <pc:sldMk cId="1018182829" sldId="304"/>
            <ac:spMk id="4" creationId="{AD1C2376-EFAE-4269-2050-A5317797CD4B}"/>
          </ac:spMkLst>
        </pc:spChg>
      </pc:sldChg>
      <pc:sldChg chg="modSp add mod ord">
        <pc:chgData name="Ivan Valente UniPD" userId="a3a233bfc287bebe" providerId="LiveId" clId="{EED242D9-B7F2-406C-AB1E-E95D76329280}" dt="2026-02-02T13:59:21.443" v="2795" actId="403"/>
        <pc:sldMkLst>
          <pc:docMk/>
          <pc:sldMk cId="2182092091" sldId="305"/>
        </pc:sldMkLst>
        <pc:spChg chg="mod">
          <ac:chgData name="Ivan Valente UniPD" userId="a3a233bfc287bebe" providerId="LiveId" clId="{EED242D9-B7F2-406C-AB1E-E95D76329280}" dt="2026-02-02T13:59:21.443" v="2795" actId="403"/>
          <ac:spMkLst>
            <pc:docMk/>
            <pc:sldMk cId="2182092091" sldId="305"/>
            <ac:spMk id="7" creationId="{875A7F9D-5FD0-6493-D34E-E1A72456F5C7}"/>
          </ac:spMkLst>
        </pc:spChg>
        <pc:spChg chg="mod">
          <ac:chgData name="Ivan Valente UniPD" userId="a3a233bfc287bebe" providerId="LiveId" clId="{EED242D9-B7F2-406C-AB1E-E95D76329280}" dt="2026-02-02T13:59:21.443" v="2795" actId="403"/>
          <ac:spMkLst>
            <pc:docMk/>
            <pc:sldMk cId="2182092091" sldId="305"/>
            <ac:spMk id="8" creationId="{2DA60098-177C-2B0A-2C27-1AC712A59E1B}"/>
          </ac:spMkLst>
        </pc:spChg>
        <pc:picChg chg="mod">
          <ac:chgData name="Ivan Valente UniPD" userId="a3a233bfc287bebe" providerId="LiveId" clId="{EED242D9-B7F2-406C-AB1E-E95D76329280}" dt="2026-02-02T13:59:13.517" v="2790" actId="1076"/>
          <ac:picMkLst>
            <pc:docMk/>
            <pc:sldMk cId="2182092091" sldId="305"/>
            <ac:picMk id="5" creationId="{D3D2B4EC-D59F-0D9C-278B-65485788C173}"/>
          </ac:picMkLst>
        </pc:picChg>
      </pc:sldChg>
      <pc:sldChg chg="modSp add">
        <pc:chgData name="Ivan Valente UniPD" userId="a3a233bfc287bebe" providerId="LiveId" clId="{EED242D9-B7F2-406C-AB1E-E95D76329280}" dt="2026-02-02T14:06:26.372" v="2993"/>
        <pc:sldMkLst>
          <pc:docMk/>
          <pc:sldMk cId="4135193969" sldId="306"/>
        </pc:sldMkLst>
        <pc:spChg chg="mod">
          <ac:chgData name="Ivan Valente UniPD" userId="a3a233bfc287bebe" providerId="LiveId" clId="{EED242D9-B7F2-406C-AB1E-E95D76329280}" dt="2026-02-02T14:06:26.372" v="2993"/>
          <ac:spMkLst>
            <pc:docMk/>
            <pc:sldMk cId="4135193969" sldId="306"/>
            <ac:spMk id="3" creationId="{59E04447-4528-42E5-1856-0510EBE63182}"/>
          </ac:spMkLst>
        </pc:spChg>
      </pc:sldChg>
      <pc:sldChg chg="modSp add mod">
        <pc:chgData name="Ivan Valente UniPD" userId="a3a233bfc287bebe" providerId="LiveId" clId="{EED242D9-B7F2-406C-AB1E-E95D76329280}" dt="2026-02-02T15:42:47.697" v="5860" actId="27636"/>
        <pc:sldMkLst>
          <pc:docMk/>
          <pc:sldMk cId="399547306" sldId="307"/>
        </pc:sldMkLst>
        <pc:spChg chg="mod">
          <ac:chgData name="Ivan Valente UniPD" userId="a3a233bfc287bebe" providerId="LiveId" clId="{EED242D9-B7F2-406C-AB1E-E95D76329280}" dt="2026-02-02T14:26:26.219" v="3785" actId="20577"/>
          <ac:spMkLst>
            <pc:docMk/>
            <pc:sldMk cId="399547306" sldId="307"/>
            <ac:spMk id="2" creationId="{B02FD85A-4EBD-1C33-7FAF-777AC62DFA2C}"/>
          </ac:spMkLst>
        </pc:spChg>
        <pc:spChg chg="mod">
          <ac:chgData name="Ivan Valente UniPD" userId="a3a233bfc287bebe" providerId="LiveId" clId="{EED242D9-B7F2-406C-AB1E-E95D76329280}" dt="2026-02-02T15:42:47.697" v="5860" actId="27636"/>
          <ac:spMkLst>
            <pc:docMk/>
            <pc:sldMk cId="399547306" sldId="307"/>
            <ac:spMk id="4" creationId="{E31286BA-039E-BC33-0324-C6501E79869E}"/>
          </ac:spMkLst>
        </pc:spChg>
        <pc:picChg chg="ord">
          <ac:chgData name="Ivan Valente UniPD" userId="a3a233bfc287bebe" providerId="LiveId" clId="{EED242D9-B7F2-406C-AB1E-E95D76329280}" dt="2026-02-02T14:36:32.927" v="4495" actId="167"/>
          <ac:picMkLst>
            <pc:docMk/>
            <pc:sldMk cId="399547306" sldId="307"/>
            <ac:picMk id="10" creationId="{0F0FBC4B-F117-E89A-EAF9-BEB361944B9C}"/>
          </ac:picMkLst>
        </pc:picChg>
      </pc:sldChg>
      <pc:sldChg chg="modSp add mod ord">
        <pc:chgData name="Ivan Valente UniPD" userId="a3a233bfc287bebe" providerId="LiveId" clId="{EED242D9-B7F2-406C-AB1E-E95D76329280}" dt="2026-02-02T14:46:02.398" v="4625"/>
        <pc:sldMkLst>
          <pc:docMk/>
          <pc:sldMk cId="3803229348" sldId="308"/>
        </pc:sldMkLst>
        <pc:spChg chg="mod">
          <ac:chgData name="Ivan Valente UniPD" userId="a3a233bfc287bebe" providerId="LiveId" clId="{EED242D9-B7F2-406C-AB1E-E95D76329280}" dt="2026-02-02T14:46:02.398" v="4625"/>
          <ac:spMkLst>
            <pc:docMk/>
            <pc:sldMk cId="3803229348" sldId="308"/>
            <ac:spMk id="3" creationId="{FCA32896-C7DE-E045-54D1-E55C944C4D1A}"/>
          </ac:spMkLst>
        </pc:spChg>
      </pc:sldChg>
      <pc:sldChg chg="add del ord">
        <pc:chgData name="Ivan Valente UniPD" userId="a3a233bfc287bebe" providerId="LiveId" clId="{EED242D9-B7F2-406C-AB1E-E95D76329280}" dt="2026-02-02T14:46:08.967" v="4629" actId="47"/>
        <pc:sldMkLst>
          <pc:docMk/>
          <pc:sldMk cId="1571553632" sldId="309"/>
        </pc:sldMkLst>
      </pc:sldChg>
      <pc:sldChg chg="modSp add mod ord">
        <pc:chgData name="Ivan Valente UniPD" userId="a3a233bfc287bebe" providerId="LiveId" clId="{EED242D9-B7F2-406C-AB1E-E95D76329280}" dt="2026-02-02T14:50:03.276" v="5340" actId="20577"/>
        <pc:sldMkLst>
          <pc:docMk/>
          <pc:sldMk cId="1961789658" sldId="309"/>
        </pc:sldMkLst>
        <pc:spChg chg="mod">
          <ac:chgData name="Ivan Valente UniPD" userId="a3a233bfc287bebe" providerId="LiveId" clId="{EED242D9-B7F2-406C-AB1E-E95D76329280}" dt="2026-02-02T14:46:27.572" v="4654" actId="20577"/>
          <ac:spMkLst>
            <pc:docMk/>
            <pc:sldMk cId="1961789658" sldId="309"/>
            <ac:spMk id="2" creationId="{9BCE07FE-1368-C8AE-329B-6BEDE8A407A7}"/>
          </ac:spMkLst>
        </pc:spChg>
        <pc:spChg chg="mod">
          <ac:chgData name="Ivan Valente UniPD" userId="a3a233bfc287bebe" providerId="LiveId" clId="{EED242D9-B7F2-406C-AB1E-E95D76329280}" dt="2026-02-02T14:50:03.276" v="5340" actId="20577"/>
          <ac:spMkLst>
            <pc:docMk/>
            <pc:sldMk cId="1961789658" sldId="309"/>
            <ac:spMk id="4" creationId="{DA700255-469E-CCEA-7500-B2D3F066E5BE}"/>
          </ac:spMkLst>
        </pc:spChg>
      </pc:sldChg>
      <pc:sldMasterChg chg="delSldLayout modSldLayout">
        <pc:chgData name="Ivan Valente UniPD" userId="a3a233bfc287bebe" providerId="LiveId" clId="{EED242D9-B7F2-406C-AB1E-E95D76329280}" dt="2026-02-02T10:37:33.114" v="260" actId="478"/>
        <pc:sldMasterMkLst>
          <pc:docMk/>
          <pc:sldMasterMk cId="2521255718" sldId="2147483684"/>
        </pc:sldMasterMkLst>
        <pc:sldLayoutChg chg="delSp modSp mod">
          <pc:chgData name="Ivan Valente UniPD" userId="a3a233bfc287bebe" providerId="LiveId" clId="{EED242D9-B7F2-406C-AB1E-E95D76329280}" dt="2026-02-02T10:34:20.482" v="242" actId="478"/>
          <pc:sldLayoutMkLst>
            <pc:docMk/>
            <pc:sldMasterMk cId="2521255718" sldId="2147483684"/>
            <pc:sldLayoutMk cId="3858332531" sldId="2147483691"/>
          </pc:sldLayoutMkLst>
          <pc:spChg chg="del">
            <ac:chgData name="Ivan Valente UniPD" userId="a3a233bfc287bebe" providerId="LiveId" clId="{EED242D9-B7F2-406C-AB1E-E95D76329280}" dt="2026-02-02T10:34:08.817" v="237" actId="478"/>
            <ac:spMkLst>
              <pc:docMk/>
              <pc:sldMasterMk cId="2521255718" sldId="2147483684"/>
              <pc:sldLayoutMk cId="3858332531" sldId="2147483691"/>
              <ac:spMk id="11" creationId="{E597A3BE-0D13-9033-E3FD-78202DB799C8}"/>
            </ac:spMkLst>
          </pc:spChg>
          <pc:spChg chg="ord">
            <ac:chgData name="Ivan Valente UniPD" userId="a3a233bfc287bebe" providerId="LiveId" clId="{EED242D9-B7F2-406C-AB1E-E95D76329280}" dt="2026-02-02T10:34:18.168" v="241" actId="167"/>
            <ac:spMkLst>
              <pc:docMk/>
              <pc:sldMasterMk cId="2521255718" sldId="2147483684"/>
              <pc:sldLayoutMk cId="3858332531" sldId="2147483691"/>
              <ac:spMk id="22" creationId="{4DB7AC4F-2818-7F0D-AC6A-736D5F2C7392}"/>
            </ac:spMkLst>
          </pc:spChg>
          <pc:grpChg chg="del">
            <ac:chgData name="Ivan Valente UniPD" userId="a3a233bfc287bebe" providerId="LiveId" clId="{EED242D9-B7F2-406C-AB1E-E95D76329280}" dt="2026-02-02T10:34:12.826" v="238" actId="478"/>
            <ac:grpSpMkLst>
              <pc:docMk/>
              <pc:sldMasterMk cId="2521255718" sldId="2147483684"/>
              <pc:sldLayoutMk cId="3858332531" sldId="2147483691"/>
              <ac:grpSpMk id="5" creationId="{6C61DF04-D7CB-2B19-8BB9-3E90A661973E}"/>
            </ac:grpSpMkLst>
          </pc:grpChg>
          <pc:grpChg chg="del">
            <ac:chgData name="Ivan Valente UniPD" userId="a3a233bfc287bebe" providerId="LiveId" clId="{EED242D9-B7F2-406C-AB1E-E95D76329280}" dt="2026-02-02T10:34:15.937" v="240" actId="478"/>
            <ac:grpSpMkLst>
              <pc:docMk/>
              <pc:sldMasterMk cId="2521255718" sldId="2147483684"/>
              <pc:sldLayoutMk cId="3858332531" sldId="2147483691"/>
              <ac:grpSpMk id="12" creationId="{D8867D9A-3F3B-94C3-244B-0006226AEF73}"/>
            </ac:grpSpMkLst>
          </pc:grpChg>
          <pc:grpChg chg="del">
            <ac:chgData name="Ivan Valente UniPD" userId="a3a233bfc287bebe" providerId="LiveId" clId="{EED242D9-B7F2-406C-AB1E-E95D76329280}" dt="2026-02-02T10:34:15.369" v="239" actId="478"/>
            <ac:grpSpMkLst>
              <pc:docMk/>
              <pc:sldMasterMk cId="2521255718" sldId="2147483684"/>
              <pc:sldLayoutMk cId="3858332531" sldId="2147483691"/>
              <ac:grpSpMk id="17" creationId="{02491172-466F-19CC-B639-A1C3CAB1D43A}"/>
            </ac:grpSpMkLst>
          </pc:grpChg>
          <pc:grpChg chg="del">
            <ac:chgData name="Ivan Valente UniPD" userId="a3a233bfc287bebe" providerId="LiveId" clId="{EED242D9-B7F2-406C-AB1E-E95D76329280}" dt="2026-02-02T10:34:20.482" v="242" actId="478"/>
            <ac:grpSpMkLst>
              <pc:docMk/>
              <pc:sldMasterMk cId="2521255718" sldId="2147483684"/>
              <pc:sldLayoutMk cId="3858332531" sldId="2147483691"/>
              <ac:grpSpMk id="23" creationId="{43C4A872-A473-BFD2-150E-387250C2B4DA}"/>
            </ac:grpSpMkLst>
          </pc:grpChg>
        </pc:sldLayoutChg>
        <pc:sldLayoutChg chg="delSp mod">
          <pc:chgData name="Ivan Valente UniPD" userId="a3a233bfc287bebe" providerId="LiveId" clId="{EED242D9-B7F2-406C-AB1E-E95D76329280}" dt="2026-02-02T10:37:33.114" v="260" actId="478"/>
          <pc:sldLayoutMkLst>
            <pc:docMk/>
            <pc:sldMasterMk cId="2521255718" sldId="2147483684"/>
            <pc:sldLayoutMk cId="372899782" sldId="2147483696"/>
          </pc:sldLayoutMkLst>
          <pc:spChg chg="del">
            <ac:chgData name="Ivan Valente UniPD" userId="a3a233bfc287bebe" providerId="LiveId" clId="{EED242D9-B7F2-406C-AB1E-E95D76329280}" dt="2026-02-02T10:37:33.114" v="260" actId="478"/>
            <ac:spMkLst>
              <pc:docMk/>
              <pc:sldMasterMk cId="2521255718" sldId="2147483684"/>
              <pc:sldLayoutMk cId="372899782" sldId="2147483696"/>
              <ac:spMk id="7" creationId="{57BF9F63-86BE-5515-AD3C-59481B3FF4B4}"/>
            </ac:spMkLst>
          </pc:spChg>
        </pc:sldLayoutChg>
        <pc:sldLayoutChg chg="del">
          <pc:chgData name="Ivan Valente UniPD" userId="a3a233bfc287bebe" providerId="LiveId" clId="{EED242D9-B7F2-406C-AB1E-E95D76329280}" dt="2026-02-02T10:35:30.254" v="255" actId="47"/>
          <pc:sldLayoutMkLst>
            <pc:docMk/>
            <pc:sldMasterMk cId="2521255718" sldId="2147483684"/>
            <pc:sldLayoutMk cId="3650073892" sldId="2147483697"/>
          </pc:sldLayoutMkLst>
        </pc:sldLayoutChg>
        <pc:sldLayoutChg chg="del">
          <pc:chgData name="Ivan Valente UniPD" userId="a3a233bfc287bebe" providerId="LiveId" clId="{EED242D9-B7F2-406C-AB1E-E95D76329280}" dt="2026-02-02T10:30:28.778" v="173" actId="47"/>
          <pc:sldLayoutMkLst>
            <pc:docMk/>
            <pc:sldMasterMk cId="2521255718" sldId="2147483684"/>
            <pc:sldLayoutMk cId="2435617698" sldId="2147483699"/>
          </pc:sldLayoutMkLst>
        </pc:sldLayoutChg>
        <pc:sldLayoutChg chg="del">
          <pc:chgData name="Ivan Valente UniPD" userId="a3a233bfc287bebe" providerId="LiveId" clId="{EED242D9-B7F2-406C-AB1E-E95D76329280}" dt="2026-02-02T10:30:25.245" v="172" actId="47"/>
          <pc:sldLayoutMkLst>
            <pc:docMk/>
            <pc:sldMasterMk cId="2521255718" sldId="2147483684"/>
            <pc:sldLayoutMk cId="2019083638" sldId="2147483700"/>
          </pc:sldLayoutMkLst>
        </pc:sldLayoutChg>
      </pc:sldMasterChg>
    </pc:docChg>
  </pc:docChgLst>
  <pc:docChgLst>
    <pc:chgData name="Ivan Valente UniPD" userId="a3a233bfc287bebe" providerId="LiveId" clId="{A23547FF-3074-4DC3-8B02-958CCEB5BCB2}"/>
    <pc:docChg chg="undo custSel modSld">
      <pc:chgData name="Ivan Valente UniPD" userId="a3a233bfc287bebe" providerId="LiveId" clId="{A23547FF-3074-4DC3-8B02-958CCEB5BCB2}" dt="2026-02-03T11:25:28.639" v="3" actId="5793"/>
      <pc:docMkLst>
        <pc:docMk/>
      </pc:docMkLst>
      <pc:sldChg chg="modSp mod">
        <pc:chgData name="Ivan Valente UniPD" userId="a3a233bfc287bebe" providerId="LiveId" clId="{A23547FF-3074-4DC3-8B02-958CCEB5BCB2}" dt="2026-02-03T11:25:28.639" v="3" actId="5793"/>
        <pc:sldMkLst>
          <pc:docMk/>
          <pc:sldMk cId="134985273" sldId="298"/>
        </pc:sldMkLst>
        <pc:spChg chg="mod">
          <ac:chgData name="Ivan Valente UniPD" userId="a3a233bfc287bebe" providerId="LiveId" clId="{A23547FF-3074-4DC3-8B02-958CCEB5BCB2}" dt="2026-02-03T11:25:28.639" v="3" actId="5793"/>
          <ac:spMkLst>
            <pc:docMk/>
            <pc:sldMk cId="134985273" sldId="298"/>
            <ac:spMk id="2" creationId="{15312992-8EC6-920C-D166-D946B2777F09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95F4DCF1-ECAF-F7A7-2FE7-5E8E893BC44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C1330B0-5BAC-7408-8C3C-78D8336840E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0B206E24-0B54-435C-A90E-A69DF26F92AC}" type="datetime1">
              <a:rPr lang="it-IT" smtClean="0"/>
              <a:t>03/02/2026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0D7EEB3-E0A5-7440-F7ED-F59975ED1E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F548D11-7466-6432-3BF5-64A1A1FA59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CFA70580-B89C-4157-871D-6B9318EE5F58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4315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fld id="{03109391-5E8C-4D75-9E70-006CE89C5811}" type="datetime1">
              <a:rPr lang="it-IT" smtClean="0"/>
              <a:pPr/>
              <a:t>03/02/2026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E7AF00E9-A49D-4007-B3B9-A3783809E505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096977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89223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330567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606498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031917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642705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A8531-AB06-3918-2F81-89F54CAD8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6466516-C02F-9AFC-1ABF-6600669E6D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72C4F28-E94D-7DC1-20DB-20C6A7B04A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04063E0-6659-9104-F4A1-38209143CE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486602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CBF48-149B-328D-DB33-333091857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A9F981F-F755-298C-A198-06BAE424FB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893825A-1E64-7D0C-225E-46F49CF16B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3D14734-27ED-F128-04EA-222C8CD3A1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89460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501D7-9BCB-33EB-928B-EEEB572D9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9EC916C-DAE4-0B06-059D-3F8093167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3D3D4C5-F87B-8B17-E7B2-4015972D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20E80BA-1876-A527-7248-D9930FC8B9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593207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62ACC-B80E-F71A-C641-58808E65F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F732875-00DD-95ED-114F-A7BC02067E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4FE11A3-5ED3-82A6-077E-0FEE724F3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974C554-ECCA-3B40-E205-2A4F7F0ABA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960567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C5244-1BF2-8399-CFFA-84AEE64A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4405DA8-BEE2-C24E-C7DE-C68670E67D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6A3429C-2D9A-C150-3EA6-CA875CE4D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C81B1A9-F803-7FDF-A8BF-65A27B0316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277930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650DB-AF15-271B-4D73-E0AE399F6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B8FB1FB-947F-D723-A63D-42CC00A105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28A5EA2-B68C-C939-8638-6E1E455C47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7A48478-1D8C-5EC0-FF06-50F204226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039274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8A96F-2C64-2338-EE7D-B1193F6C8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2085AAA-FB99-35B3-3AAD-8763A3ACC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63D222D-047F-2670-ED69-D9A401CB2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1D9E59E-6437-06EA-E71E-FE5082795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958826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1F6F6-85AC-A984-91AB-DBA6679EF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82A9593-60A0-75AC-B8C9-D87AF662D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04FAD11-4927-3C8D-EC7E-2B9DF2DB15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DA04412-5324-B436-BB88-2172EF80F6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179599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8D2EA-12DD-CD9C-6E4C-922BA22F8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C5F2A2E-D0A1-4DD7-89E9-24FA2B86F2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EE8B4B7-F73A-11B9-C698-BAE7BD108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625CE97-E1B0-7F1D-1021-78B369A1F8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584254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E3A2B-CFF6-A2C0-83D5-C0F35850F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B7441DC-A837-0EE9-81A5-D13921B13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8E1F836-26A4-421C-8C21-A90EABCF9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BDB5BA1-0948-C7A5-25C4-E03ACFE9DF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123860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4DD49-0A11-7868-D581-4BF49294F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05DB1CE-591F-C25A-228A-BA0DA38BC5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940ADC1-352C-D0F0-86FA-44C5F1850E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AA96BB5-A121-F23F-7BAF-B3AFFCDEA5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16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29288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A9495-892B-2B85-1906-932DA619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EAB52D-5645-E445-B3C1-28C95B602F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0B6B369-FF95-3935-CBD5-B53E00891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21A7BCC-005C-6239-5031-0C071AF1E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819897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C7449-D2F5-60B2-1E78-EBF742BAF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20F6CA4-CA01-29C2-918C-B808635D9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1CDAFFC-E382-74F6-FEB6-BB60E594D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880F6A1-392A-4DE0-337F-E1E33828BC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554806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D96D6-DF2C-EB8D-DF04-62FAE211E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BAE3723-C0C7-5656-DAE7-CB8FA7BB5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E6441A8-E260-437C-E7E1-1354FC64B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4B5BA4E-5EF8-D88E-BC18-3ECADEE808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039460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4F909-0A81-E188-C7C3-25E6B0CAC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EBD1603-40C8-79DB-BE3C-C67E4E7B1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A25B530-FD5F-4556-A0F1-F744A2D37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45F844B-74DF-50B4-FBC7-AC12AD1D1A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362112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4134F-E9B2-C83B-9145-A41EAD962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0D2E890-0297-A4B4-F582-91E39F00F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1510849-68D2-FF54-6900-2D8E0DF0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2AB7DA7-2B04-DD3A-43C9-482ABD60D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E7AF00E9-A49D-4007-B3B9-A3783809E505}" type="slidenum">
              <a:rPr lang="it-IT" smtClean="0"/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0631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18020" y="662937"/>
            <a:ext cx="4624442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it-IT" dirty="0"/>
            </a:lvl1pPr>
          </a:lstStyle>
          <a:p>
            <a:pPr lvl="0" rtl="0">
              <a:lnSpc>
                <a:spcPct val="100000"/>
              </a:lnSpc>
            </a:pPr>
            <a:r>
              <a:rPr lang="it-IT"/>
              <a:t>Fare clic per inserire il titolo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988CE9D0-E6DB-A38D-ED84-A53D0493E6D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267450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it-IT" sz="2000"/>
            </a:lvl1pPr>
          </a:lstStyle>
          <a:p>
            <a:pPr rtl="0"/>
            <a:r>
              <a:rPr lang="it-IT"/>
              <a:t>Fare clic sull'icona per inserire un'immagine</a:t>
            </a:r>
          </a:p>
        </p:txBody>
      </p:sp>
    </p:spTree>
    <p:extLst>
      <p:ext uri="{BB962C8B-B14F-4D97-AF65-F5344CB8AC3E}">
        <p14:creationId xmlns:p14="http://schemas.microsoft.com/office/powerpoint/2010/main" val="2868207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gnaposto contenuto 21">
            <a:extLst>
              <a:ext uri="{FF2B5EF4-FFF2-40B4-BE49-F238E27FC236}">
                <a16:creationId xmlns:a16="http://schemas.microsoft.com/office/drawing/2014/main" id="{4DB7AC4F-2818-7F0D-AC6A-736D5F2C73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0863" y="2419350"/>
            <a:ext cx="11090274" cy="3913188"/>
          </a:xfrm>
        </p:spPr>
        <p:txBody>
          <a:bodyPr rtlCol="0">
            <a:normAutofit/>
          </a:bodyPr>
          <a:lstStyle>
            <a:lvl1pPr marL="0" indent="0">
              <a:buNone/>
              <a:defRPr lang="it-IT" sz="1800">
                <a:solidFill>
                  <a:schemeClr val="tx1"/>
                </a:solidFill>
              </a:defRPr>
            </a:lvl1pPr>
            <a:lvl2pPr>
              <a:defRPr lang="it-IT" sz="1200">
                <a:solidFill>
                  <a:schemeClr val="tx1"/>
                </a:solidFill>
              </a:defRPr>
            </a:lvl2pPr>
            <a:lvl3pPr>
              <a:defRPr lang="it-IT" sz="1200">
                <a:solidFill>
                  <a:schemeClr val="tx1"/>
                </a:solidFill>
              </a:defRPr>
            </a:lvl3pPr>
            <a:lvl4pPr>
              <a:defRPr lang="it-IT" sz="1200">
                <a:solidFill>
                  <a:schemeClr val="tx1"/>
                </a:solidFill>
              </a:defRPr>
            </a:lvl4pPr>
            <a:lvl5pPr>
              <a:defRPr lang="it-IT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it-IT"/>
              <a:t>Fare clic per aggiungere contenuti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20" name="Titolo 19">
            <a:extLst>
              <a:ext uri="{FF2B5EF4-FFF2-40B4-BE49-F238E27FC236}">
                <a16:creationId xmlns:a16="http://schemas.microsoft.com/office/drawing/2014/main" id="{85C652DA-55F6-9691-4254-344E0A4E9A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3924"/>
            <a:ext cx="11090275" cy="1684059"/>
          </a:xfrm>
        </p:spPr>
        <p:txBody>
          <a:bodyPr rtlCol="0" anchor="b">
            <a:normAutofit/>
          </a:bodyPr>
          <a:lstStyle>
            <a:lvl1pPr>
              <a:defRPr lang="it-IT" sz="40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2" name="Segnaposto data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BA1B0FB-D917-4C8C-928F-313BD683BF3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58332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olo della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olo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4045464"/>
            <a:ext cx="11115355" cy="2286000"/>
          </a:xfrm>
        </p:spPr>
        <p:txBody>
          <a:bodyPr rtlCol="0" anchor="ctr">
            <a:noAutofit/>
          </a:bodyPr>
          <a:lstStyle>
            <a:lvl1pPr algn="l">
              <a:defRPr lang="it-IT" sz="54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E592AF4F-2F83-7005-B3AC-6FCC7FB191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94"/>
            <a:ext cx="12192000" cy="3771878"/>
          </a:xfrm>
        </p:spPr>
        <p:txBody>
          <a:bodyPr rtlCol="0">
            <a:noAutofit/>
          </a:bodyPr>
          <a:lstStyle>
            <a:lvl1pPr marL="0" indent="0" algn="ctr">
              <a:buNone/>
              <a:defRPr lang="it-IT" sz="2000"/>
            </a:lvl1pPr>
          </a:lstStyle>
          <a:p>
            <a:pPr rtl="0"/>
            <a:r>
              <a:rPr lang="it-IT"/>
              <a:t>Fare clic sull'icona per inserire un'immagine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2899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o 6">
            <a:extLst>
              <a:ext uri="{FF2B5EF4-FFF2-40B4-BE49-F238E27FC236}">
                <a16:creationId xmlns:a16="http://schemas.microsoft.com/office/drawing/2014/main" id="{C87E98C0-6053-9701-92D0-4EF9ADBC50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9063019" y="746716"/>
            <a:ext cx="3597052" cy="2615018"/>
            <a:chOff x="4541453" y="3199533"/>
            <a:chExt cx="3597052" cy="2615018"/>
          </a:xfrm>
        </p:grpSpPr>
        <p:sp>
          <p:nvSpPr>
            <p:cNvPr id="8" name="Figura a mano libera: Forma 38">
              <a:extLst>
                <a:ext uri="{FF2B5EF4-FFF2-40B4-BE49-F238E27FC236}">
                  <a16:creationId xmlns:a16="http://schemas.microsoft.com/office/drawing/2014/main" id="{C32B1A1D-760B-9D3D-A869-E50FC962A629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  <p:grpSp>
          <p:nvGrpSpPr>
            <p:cNvPr id="9" name="Gruppo 8">
              <a:extLst>
                <a:ext uri="{FF2B5EF4-FFF2-40B4-BE49-F238E27FC236}">
                  <a16:creationId xmlns:a16="http://schemas.microsoft.com/office/drawing/2014/main" id="{D02EF78B-5BDF-8632-B9B1-087DB042EEC7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0" name="Figura a mano libera: Forma 32">
                <a:extLst>
                  <a:ext uri="{FF2B5EF4-FFF2-40B4-BE49-F238E27FC236}">
                    <a16:creationId xmlns:a16="http://schemas.microsoft.com/office/drawing/2014/main" id="{5C54B3E8-515B-0865-9321-DB3793A62240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it-IT"/>
                </a:defPPr>
              </a:lstStyle>
              <a:p>
                <a:pPr algn="ctr" rtl="0"/>
                <a:endParaRPr lang="it-IT" dirty="0"/>
              </a:p>
            </p:txBody>
          </p:sp>
          <p:sp>
            <p:nvSpPr>
              <p:cNvPr id="11" name="Ovale 10">
                <a:extLst>
                  <a:ext uri="{FF2B5EF4-FFF2-40B4-BE49-F238E27FC236}">
                    <a16:creationId xmlns:a16="http://schemas.microsoft.com/office/drawing/2014/main" id="{56E92718-2CCD-B15D-8DE5-46285BEA256B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it-IT"/>
                </a:defPPr>
              </a:lstStyle>
              <a:p>
                <a:pPr algn="ctr" rtl="0"/>
                <a:endParaRPr lang="it-IT" dirty="0"/>
              </a:p>
            </p:txBody>
          </p:sp>
        </p:grpSp>
      </p:grp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AEA0B78B-84F0-8B85-40E8-678689DC1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723112" y="5088958"/>
            <a:ext cx="1335600" cy="1262947"/>
            <a:chOff x="10145015" y="2343978"/>
            <a:chExt cx="1335600" cy="1262947"/>
          </a:xfrm>
        </p:grpSpPr>
        <p:sp>
          <p:nvSpPr>
            <p:cNvPr id="20" name="Figura a mano libera: Forma 25">
              <a:extLst>
                <a:ext uri="{FF2B5EF4-FFF2-40B4-BE49-F238E27FC236}">
                  <a16:creationId xmlns:a16="http://schemas.microsoft.com/office/drawing/2014/main" id="{2E5D7C6F-BF77-9B7D-5B12-7AF3ED280B43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  <p:sp>
          <p:nvSpPr>
            <p:cNvPr id="21" name="Ovale 20">
              <a:extLst>
                <a:ext uri="{FF2B5EF4-FFF2-40B4-BE49-F238E27FC236}">
                  <a16:creationId xmlns:a16="http://schemas.microsoft.com/office/drawing/2014/main" id="{FA599EE6-2673-0AD8-EAE0-45C79326015E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</p:grp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igura a mano libera: Forma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it-IT"/>
              </a:defPPr>
            </a:lstStyle>
            <a:p>
              <a:pPr algn="ctr" rtl="0"/>
              <a:endParaRPr lang="it-IT" dirty="0">
                <a:solidFill>
                  <a:schemeClr val="tx1"/>
                </a:solidFill>
              </a:endParaRPr>
            </a:p>
          </p:txBody>
        </p:sp>
        <p:sp>
          <p:nvSpPr>
            <p:cNvPr id="14" name="Ovale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  <p:sp>
          <p:nvSpPr>
            <p:cNvPr id="15" name="Ovale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  <p:sp>
          <p:nvSpPr>
            <p:cNvPr id="16" name="Figura a mano libera: Forma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it-IT"/>
              </a:defPPr>
            </a:lstStyle>
            <a:p>
              <a:pPr algn="ctr" rtl="0"/>
              <a:endParaRPr lang="it-IT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2" y="498474"/>
            <a:ext cx="7960421" cy="145021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it-IT" sz="4000" dirty="0"/>
            </a:lvl1pPr>
          </a:lstStyle>
          <a:p>
            <a:pPr lvl="0" rtl="0">
              <a:lnSpc>
                <a:spcPct val="100000"/>
              </a:lnSpc>
            </a:pPr>
            <a:r>
              <a:rPr lang="it-IT"/>
              <a:t>Fare clic per inserire il titolo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1343" y="2103039"/>
            <a:ext cx="7929940" cy="3979625"/>
          </a:xfrm>
        </p:spPr>
        <p:txBody>
          <a:bodyPr rtlCol="0">
            <a:normAutofit/>
          </a:bodyPr>
          <a:lstStyle>
            <a:lvl1pPr>
              <a:defRPr lang="it-IT" sz="1800">
                <a:solidFill>
                  <a:schemeClr val="tx1"/>
                </a:solidFill>
              </a:defRPr>
            </a:lvl1pPr>
            <a:lvl2pPr>
              <a:defRPr lang="it-IT" sz="1200">
                <a:solidFill>
                  <a:schemeClr val="tx1"/>
                </a:solidFill>
              </a:defRPr>
            </a:lvl2pPr>
            <a:lvl3pPr>
              <a:defRPr lang="it-IT" sz="1200">
                <a:solidFill>
                  <a:schemeClr val="tx1"/>
                </a:solidFill>
              </a:defRPr>
            </a:lvl3pPr>
            <a:lvl4pPr>
              <a:defRPr lang="it-IT" sz="1200">
                <a:solidFill>
                  <a:schemeClr val="tx1"/>
                </a:solidFill>
              </a:defRPr>
            </a:lvl4pPr>
            <a:lvl5pPr>
              <a:defRPr lang="it-IT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BA1B0FB-D917-4C8C-928F-313BD683BF3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60994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olo +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096D26C0-4AFC-33CC-99BE-317E9A84435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</p:spPr>
        <p:txBody>
          <a:bodyPr rtlCol="0"/>
          <a:lstStyle>
            <a:lvl1pPr marL="0" indent="0" algn="ctr">
              <a:buNone/>
              <a:defRPr lang="it-IT" sz="2000"/>
            </a:lvl1pPr>
          </a:lstStyle>
          <a:p>
            <a:pPr rtl="0"/>
            <a:r>
              <a:rPr lang="it-IT"/>
              <a:t>Fare clic sull'icona per inserire un'immagine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376680"/>
            <a:ext cx="9144000" cy="2286000"/>
          </a:xfrm>
        </p:spPr>
        <p:txBody>
          <a:bodyPr rtlCol="0" anchor="b">
            <a:noAutofit/>
          </a:bodyPr>
          <a:lstStyle>
            <a:lvl1pPr algn="ctr">
              <a:defRPr lang="it-IT" sz="54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99840"/>
            <a:ext cx="9144000" cy="2286000"/>
          </a:xfrm>
        </p:spPr>
        <p:txBody>
          <a:bodyPr rtlCol="0">
            <a:noAutofit/>
          </a:bodyPr>
          <a:lstStyle>
            <a:lvl1pPr marL="0" indent="0" algn="ctr">
              <a:buNone/>
              <a:defRPr lang="it-IT" sz="1800">
                <a:solidFill>
                  <a:schemeClr val="tx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rtl="0"/>
            <a:r>
              <a:rPr lang="it-IT"/>
              <a:t>Fare clic per inserire il sottotitolo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3552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e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igura a mano libera: Forma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  <p:sp>
          <p:nvSpPr>
            <p:cNvPr id="21" name="Ovale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08635"/>
            <a:ext cx="11090274" cy="1332000"/>
          </a:xfrm>
        </p:spPr>
        <p:txBody>
          <a:bodyPr rtlCol="0">
            <a:normAutofit/>
          </a:bodyPr>
          <a:lstStyle>
            <a:lvl1pPr>
              <a:lnSpc>
                <a:spcPct val="100000"/>
              </a:lnSpc>
              <a:defRPr lang="it-IT" sz="40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2097175"/>
            <a:ext cx="5435600" cy="399565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it-IT"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lang="it-IT"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lang="it-IT"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lang="it-IT"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lang="it-IT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6B65629D-0977-C0EA-5E0B-C4822F43DAE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205540" y="2097175"/>
            <a:ext cx="5435600" cy="399565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it-IT"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lang="it-IT"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lang="it-IT"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lang="it-IT"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lang="it-IT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BA1B0FB-D917-4C8C-928F-313BD683BF3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0611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e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8315"/>
            <a:ext cx="11090274" cy="1332000"/>
          </a:xfrm>
        </p:spPr>
        <p:txBody>
          <a:bodyPr rtlCol="0">
            <a:normAutofit/>
          </a:bodyPr>
          <a:lstStyle>
            <a:lvl1pPr>
              <a:lnSpc>
                <a:spcPct val="100000"/>
              </a:lnSpc>
              <a:defRPr lang="it-IT" sz="40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6EFC6ED4-22DD-0C3B-D15A-218307AB6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379261" y="2030035"/>
            <a:ext cx="1335600" cy="1262947"/>
            <a:chOff x="10145015" y="2343978"/>
            <a:chExt cx="1335600" cy="1262947"/>
          </a:xfrm>
        </p:grpSpPr>
        <p:sp>
          <p:nvSpPr>
            <p:cNvPr id="12" name="Figura a mano libera: Forma 25">
              <a:extLst>
                <a:ext uri="{FF2B5EF4-FFF2-40B4-BE49-F238E27FC236}">
                  <a16:creationId xmlns:a16="http://schemas.microsoft.com/office/drawing/2014/main" id="{E4CD0F67-4BE8-1120-FCAE-806F9E18DD58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  <p:sp>
          <p:nvSpPr>
            <p:cNvPr id="14" name="Ovale 13">
              <a:extLst>
                <a:ext uri="{FF2B5EF4-FFF2-40B4-BE49-F238E27FC236}">
                  <a16:creationId xmlns:a16="http://schemas.microsoft.com/office/drawing/2014/main" id="{59B74B85-E3CB-E24E-54C6-AB161411D93A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</p:grpSp>
      <p:sp>
        <p:nvSpPr>
          <p:cNvPr id="15" name="Figura a mano libera: Forma 21">
            <a:extLst>
              <a:ext uri="{FF2B5EF4-FFF2-40B4-BE49-F238E27FC236}">
                <a16:creationId xmlns:a16="http://schemas.microsoft.com/office/drawing/2014/main" id="{5781DEED-6608-D622-CA5E-C91FD8645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4295775" y="0"/>
            <a:ext cx="360000" cy="274638"/>
          </a:xfrm>
          <a:custGeom>
            <a:avLst/>
            <a:gdLst>
              <a:gd name="connsiteX0" fmla="*/ 30714 w 360000"/>
              <a:gd name="connsiteY0" fmla="*/ 0 h 274638"/>
              <a:gd name="connsiteX1" fmla="*/ 329286 w 360000"/>
              <a:gd name="connsiteY1" fmla="*/ 0 h 274638"/>
              <a:gd name="connsiteX2" fmla="*/ 345855 w 360000"/>
              <a:gd name="connsiteY2" fmla="*/ 24574 h 274638"/>
              <a:gd name="connsiteX3" fmla="*/ 360000 w 360000"/>
              <a:gd name="connsiteY3" fmla="*/ 94638 h 274638"/>
              <a:gd name="connsiteX4" fmla="*/ 180000 w 360000"/>
              <a:gd name="connsiteY4" fmla="*/ 274638 h 274638"/>
              <a:gd name="connsiteX5" fmla="*/ 0 w 360000"/>
              <a:gd name="connsiteY5" fmla="*/ 94638 h 274638"/>
              <a:gd name="connsiteX6" fmla="*/ 14145 w 360000"/>
              <a:gd name="connsiteY6" fmla="*/ 24574 h 274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0000" h="274638">
                <a:moveTo>
                  <a:pt x="30714" y="0"/>
                </a:moveTo>
                <a:lnTo>
                  <a:pt x="329286" y="0"/>
                </a:lnTo>
                <a:lnTo>
                  <a:pt x="345855" y="24574"/>
                </a:lnTo>
                <a:cubicBezTo>
                  <a:pt x="354963" y="46109"/>
                  <a:pt x="360000" y="69785"/>
                  <a:pt x="360000" y="94638"/>
                </a:cubicBezTo>
                <a:cubicBezTo>
                  <a:pt x="360000" y="194049"/>
                  <a:pt x="279411" y="274638"/>
                  <a:pt x="180000" y="274638"/>
                </a:cubicBezTo>
                <a:cubicBezTo>
                  <a:pt x="80589" y="274638"/>
                  <a:pt x="0" y="194049"/>
                  <a:pt x="0" y="94638"/>
                </a:cubicBezTo>
                <a:cubicBezTo>
                  <a:pt x="0" y="69785"/>
                  <a:pt x="5037" y="46109"/>
                  <a:pt x="14145" y="24574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igura a mano libera: Forma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  <p:sp>
          <p:nvSpPr>
            <p:cNvPr id="21" name="Ovale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1965095"/>
            <a:ext cx="5435600" cy="3995650"/>
          </a:xfrm>
        </p:spPr>
        <p:txBody>
          <a:bodyPr rtlCol="0">
            <a:normAutofit/>
          </a:bodyPr>
          <a:lstStyle>
            <a:lvl1pPr marL="0" indent="0">
              <a:buNone/>
              <a:defRPr lang="it-IT" sz="1800">
                <a:solidFill>
                  <a:schemeClr val="tx1"/>
                </a:solidFill>
              </a:defRPr>
            </a:lvl1pPr>
            <a:lvl2pPr>
              <a:defRPr lang="it-IT" sz="1800">
                <a:solidFill>
                  <a:schemeClr val="tx1"/>
                </a:solidFill>
              </a:defRPr>
            </a:lvl2pPr>
            <a:lvl3pPr>
              <a:defRPr lang="it-IT" sz="1800">
                <a:solidFill>
                  <a:schemeClr val="tx1"/>
                </a:solidFill>
              </a:defRPr>
            </a:lvl3pPr>
            <a:lvl4pPr>
              <a:defRPr lang="it-IT" sz="1800">
                <a:solidFill>
                  <a:schemeClr val="tx1"/>
                </a:solidFill>
              </a:defRPr>
            </a:lvl4pPr>
            <a:lvl5pPr>
              <a:defRPr lang="it-IT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6" name="Segnaposto contenuto 2">
            <a:extLst>
              <a:ext uri="{FF2B5EF4-FFF2-40B4-BE49-F238E27FC236}">
                <a16:creationId xmlns:a16="http://schemas.microsoft.com/office/drawing/2014/main" id="{C4B946DE-F802-2F36-2789-09D7F8604081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301305" y="1965095"/>
            <a:ext cx="5339397" cy="3995650"/>
          </a:xfrm>
        </p:spPr>
        <p:txBody>
          <a:bodyPr rtlCol="0">
            <a:normAutofit/>
          </a:bodyPr>
          <a:lstStyle>
            <a:lvl1pPr marL="0" indent="0">
              <a:buNone/>
              <a:defRPr lang="it-IT" sz="1800">
                <a:solidFill>
                  <a:schemeClr val="tx1"/>
                </a:solidFill>
              </a:defRPr>
            </a:lvl1pPr>
            <a:lvl2pPr>
              <a:defRPr lang="it-IT" sz="1800">
                <a:solidFill>
                  <a:schemeClr val="tx1"/>
                </a:solidFill>
              </a:defRPr>
            </a:lvl2pPr>
            <a:lvl3pPr>
              <a:defRPr lang="it-IT" sz="1800">
                <a:solidFill>
                  <a:schemeClr val="tx1"/>
                </a:solidFill>
              </a:defRPr>
            </a:lvl3pPr>
            <a:lvl4pPr>
              <a:defRPr lang="it-IT" sz="1800">
                <a:solidFill>
                  <a:schemeClr val="tx1"/>
                </a:solidFill>
              </a:defRPr>
            </a:lvl4pPr>
            <a:lvl5pPr>
              <a:defRPr lang="it-IT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BA1B0FB-D917-4C8C-928F-313BD683BF3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17165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e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60961"/>
            <a:ext cx="11090275" cy="1186560"/>
          </a:xfrm>
        </p:spPr>
        <p:txBody>
          <a:bodyPr rtlCol="0" anchor="t" anchorCtr="0">
            <a:noAutofit/>
          </a:bodyPr>
          <a:lstStyle>
            <a:lvl1pPr>
              <a:defRPr lang="it-IT" sz="40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AC28186-3489-427F-79D0-B7844402362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1" y="1917064"/>
            <a:ext cx="11090275" cy="4297679"/>
          </a:xfrm>
        </p:spPr>
        <p:txBody>
          <a:bodyPr rtlCol="0">
            <a:normAutofit/>
          </a:bodyPr>
          <a:lstStyle>
            <a:lvl1pPr marL="0" indent="0">
              <a:buNone/>
              <a:defRPr lang="it-IT" sz="1800">
                <a:solidFill>
                  <a:schemeClr val="tx1"/>
                </a:solidFill>
              </a:defRPr>
            </a:lvl1pPr>
            <a:lvl2pPr>
              <a:defRPr lang="it-IT" sz="1800">
                <a:solidFill>
                  <a:schemeClr val="tx1"/>
                </a:solidFill>
              </a:defRPr>
            </a:lvl2pPr>
            <a:lvl3pPr>
              <a:defRPr lang="it-IT" sz="1800">
                <a:solidFill>
                  <a:schemeClr val="tx1"/>
                </a:solidFill>
              </a:defRPr>
            </a:lvl3pPr>
            <a:lvl4pPr>
              <a:defRPr lang="it-IT" sz="1800">
                <a:solidFill>
                  <a:schemeClr val="tx1"/>
                </a:solidFill>
              </a:defRPr>
            </a:lvl4pPr>
            <a:lvl5pPr>
              <a:defRPr lang="it-IT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00879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ius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e 6">
            <a:extLst>
              <a:ext uri="{FF2B5EF4-FFF2-40B4-BE49-F238E27FC236}">
                <a16:creationId xmlns:a16="http://schemas.microsoft.com/office/drawing/2014/main" id="{E57989ED-9663-5033-AA83-267069FC5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303845" y="5427212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9536" y="549274"/>
            <a:ext cx="5179330" cy="2841829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it-IT" sz="5400" dirty="0"/>
            </a:lvl1pPr>
          </a:lstStyle>
          <a:p>
            <a:pPr lvl="0" rtl="0">
              <a:lnSpc>
                <a:spcPct val="100000"/>
              </a:lnSpc>
            </a:pPr>
            <a:r>
              <a:rPr lang="it-IT"/>
              <a:t>Fare clic per inserire il titolo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537" y="3646704"/>
            <a:ext cx="5179330" cy="270616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it-IT" sz="1800">
                <a:solidFill>
                  <a:schemeClr val="tx1"/>
                </a:solidFill>
              </a:defRPr>
            </a:lvl1pPr>
            <a:lvl2pPr marL="457200" indent="0">
              <a:spcBef>
                <a:spcPts val="1000"/>
              </a:spcBef>
              <a:buNone/>
              <a:defRPr lang="it-IT" sz="1200">
                <a:solidFill>
                  <a:schemeClr val="tx1"/>
                </a:solidFill>
              </a:defRPr>
            </a:lvl2pPr>
            <a:lvl3pPr marL="914400" indent="0">
              <a:spcBef>
                <a:spcPts val="1000"/>
              </a:spcBef>
              <a:buNone/>
              <a:defRPr lang="it-IT" sz="1200">
                <a:solidFill>
                  <a:schemeClr val="tx1"/>
                </a:solidFill>
              </a:defRPr>
            </a:lvl3pPr>
            <a:lvl4pPr marL="1371600" indent="0">
              <a:spcBef>
                <a:spcPts val="1000"/>
              </a:spcBef>
              <a:buNone/>
              <a:defRPr lang="it-IT" sz="1200">
                <a:solidFill>
                  <a:schemeClr val="tx1"/>
                </a:solidFill>
              </a:defRPr>
            </a:lvl4pPr>
            <a:lvl5pPr marL="1828800" indent="0">
              <a:spcBef>
                <a:spcPts val="1000"/>
              </a:spcBef>
              <a:buNone/>
              <a:defRPr lang="it-IT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20" name="Segnaposto immagine 19">
            <a:extLst>
              <a:ext uri="{FF2B5EF4-FFF2-40B4-BE49-F238E27FC236}">
                <a16:creationId xmlns:a16="http://schemas.microsoft.com/office/drawing/2014/main" id="{5392876F-0BBD-F80A-DE7F-8831AD3BF3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26138" y="549275"/>
            <a:ext cx="5654675" cy="57880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it-IT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sull'icona per inserire un'immagine</a:t>
            </a:r>
          </a:p>
        </p:txBody>
      </p:sp>
      <p:grpSp>
        <p:nvGrpSpPr>
          <p:cNvPr id="9" name="Gruppo 8">
            <a:extLst>
              <a:ext uri="{FF2B5EF4-FFF2-40B4-BE49-F238E27FC236}">
                <a16:creationId xmlns:a16="http://schemas.microsoft.com/office/drawing/2014/main" id="{64E08E8E-10CB-55BC-8AFF-E64C800B9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94036" y="5610392"/>
            <a:ext cx="667802" cy="631474"/>
            <a:chOff x="10478914" y="1506691"/>
            <a:chExt cx="667802" cy="631474"/>
          </a:xfrm>
        </p:grpSpPr>
        <p:sp>
          <p:nvSpPr>
            <p:cNvPr id="10" name="Figura a mano libera: Forma 15">
              <a:extLst>
                <a:ext uri="{FF2B5EF4-FFF2-40B4-BE49-F238E27FC236}">
                  <a16:creationId xmlns:a16="http://schemas.microsoft.com/office/drawing/2014/main" id="{B439260B-AC6B-1C83-1A63-058A7E7EFCC9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606715" y="1506691"/>
              <a:ext cx="540001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101600" dist="50800" dir="732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4ADD32DC-9BAF-DA32-4E29-A6D403E04377}"/>
                </a:ext>
              </a:extLst>
            </p:cNvPr>
            <p:cNvSpPr/>
            <p:nvPr/>
          </p:nvSpPr>
          <p:spPr>
            <a:xfrm rot="13500000">
              <a:off x="10613915" y="1424627"/>
              <a:ext cx="270000" cy="540001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</p:grp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igura a mano libera: Forma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it-IT"/>
              </a:defPPr>
            </a:lstStyle>
            <a:p>
              <a:pPr algn="ctr" rtl="0"/>
              <a:endParaRPr lang="it-IT" dirty="0">
                <a:solidFill>
                  <a:schemeClr val="tx1"/>
                </a:solidFill>
              </a:endParaRPr>
            </a:p>
          </p:txBody>
        </p:sp>
        <p:sp>
          <p:nvSpPr>
            <p:cNvPr id="14" name="Ovale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  <p:sp>
          <p:nvSpPr>
            <p:cNvPr id="15" name="Ovale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  <p:sp>
          <p:nvSpPr>
            <p:cNvPr id="16" name="Figura a mano libera: Forma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it-IT"/>
              </a:defPPr>
            </a:lstStyle>
            <a:p>
              <a:pPr algn="ctr" rtl="0"/>
              <a:endParaRPr lang="it-IT" dirty="0">
                <a:solidFill>
                  <a:schemeClr val="tx1"/>
                </a:solidFill>
              </a:endParaRPr>
            </a:p>
          </p:txBody>
        </p:sp>
      </p:grp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BA1B0FB-D917-4C8C-928F-313BD683BF3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16071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9149" y="389840"/>
            <a:ext cx="8281987" cy="2954655"/>
          </a:xfrm>
        </p:spPr>
        <p:txBody>
          <a:bodyPr rtlCol="0" anchor="t" anchorCtr="0">
            <a:normAutofit/>
          </a:bodyPr>
          <a:lstStyle>
            <a:lvl1pPr algn="l">
              <a:lnSpc>
                <a:spcPct val="100000"/>
              </a:lnSpc>
              <a:defRPr lang="it-IT" sz="64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59149" y="3536951"/>
            <a:ext cx="8281989" cy="2555874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lang="it-IT" sz="2400">
                <a:solidFill>
                  <a:schemeClr val="tx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rtl="0"/>
            <a:r>
              <a:rPr lang="it-IT"/>
              <a:t>Fare clic per inserire il sottotitolo 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BA1B0FB-D917-4C8C-928F-313BD683BF39}" type="slidenum">
              <a:rPr lang="it-IT" smtClean="0"/>
              <a:t>‹N›</a:t>
            </a:fld>
            <a:endParaRPr lang="it-IT" dirty="0"/>
          </a:p>
        </p:txBody>
      </p:sp>
      <p:sp>
        <p:nvSpPr>
          <p:cNvPr id="19" name="Figura a mano libera: Forma 18">
            <a:extLst>
              <a:ext uri="{FF2B5EF4-FFF2-40B4-BE49-F238E27FC236}">
                <a16:creationId xmlns:a16="http://schemas.microsoft.com/office/drawing/2014/main" id="{82184FF4-7029-4ED7-813A-192E60608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0" name="Ovale 19">
            <a:extLst>
              <a:ext uri="{FF2B5EF4-FFF2-40B4-BE49-F238E27FC236}">
                <a16:creationId xmlns:a16="http://schemas.microsoft.com/office/drawing/2014/main" id="{AAA7AB09-557C-41AD-9113-FF9F68FA1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5" name="Ovale 24">
            <a:extLst>
              <a:ext uri="{FF2B5EF4-FFF2-40B4-BE49-F238E27FC236}">
                <a16:creationId xmlns:a16="http://schemas.microsoft.com/office/drawing/2014/main" id="{EF99ECAA-1F11-4937-BBA6-51935AB44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79DE9FAB-6BBA-4CFE-B67D-77B47F01E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igura a mano libera: Forma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  <p:sp>
          <p:nvSpPr>
            <p:cNvPr id="36" name="Figura a mano libera: Forma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it-IT"/>
              </a:defPPr>
            </a:lstStyle>
            <a:p>
              <a:pPr algn="ctr" rtl="0"/>
              <a:endParaRPr lang="it-IT" dirty="0">
                <a:solidFill>
                  <a:schemeClr val="tx1"/>
                </a:solidFill>
              </a:endParaRPr>
            </a:p>
          </p:txBody>
        </p:sp>
        <p:sp>
          <p:nvSpPr>
            <p:cNvPr id="37" name="Ovale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  <p:sp>
          <p:nvSpPr>
            <p:cNvPr id="38" name="Ovale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it-IT"/>
              </a:defPPr>
            </a:lstStyle>
            <a:p>
              <a:pPr algn="ctr"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34123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defPPr>
              <a:defRPr lang="it-IT"/>
            </a:defPPr>
          </a:lstStyle>
          <a:p>
            <a:pPr lvl="0" rtl="0">
              <a:lnSpc>
                <a:spcPct val="100000"/>
              </a:lnSpc>
            </a:pPr>
            <a:r>
              <a:rPr lang="it-IT"/>
              <a:t>Fare clic per modificare lo stile del titolo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lang="it-IT"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lang="it-IT"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rtl="0"/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lang="it-IT"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rtl="0"/>
            <a:fld id="{DBA1B0FB-D917-4C8C-928F-313BD683BF39}" type="slidenum">
              <a:rPr lang="it-IT" smtClean="0"/>
              <a:pPr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212557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6" r:id="rId3"/>
    <p:sldLayoutId id="2147483703" r:id="rId4"/>
    <p:sldLayoutId id="2147483698" r:id="rId5"/>
    <p:sldLayoutId id="2147483704" r:id="rId6"/>
    <p:sldLayoutId id="2147483688" r:id="rId7"/>
    <p:sldLayoutId id="2147483701" r:id="rId8"/>
    <p:sldLayoutId id="2147483686" r:id="rId9"/>
    <p:sldLayoutId id="2147483685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it-IT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lang="it-IT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it-IT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it-IT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it-IT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it-IT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2" pos="3840">
          <p15:clr>
            <a:srgbClr val="F26B43"/>
          </p15:clr>
        </p15:guide>
        <p15:guide id="33" orient="horz" pos="2160">
          <p15:clr>
            <a:srgbClr val="F26B43"/>
          </p15:clr>
        </p15:guide>
        <p15:guide id="34" pos="347">
          <p15:clr>
            <a:srgbClr val="F26B43"/>
          </p15:clr>
        </p15:guide>
        <p15:guide id="35" pos="7333">
          <p15:clr>
            <a:srgbClr val="F26B43"/>
          </p15:clr>
        </p15:guide>
        <p15:guide id="36" orient="horz" pos="346">
          <p15:clr>
            <a:srgbClr val="F26B43"/>
          </p15:clr>
        </p15:guide>
        <p15:guide id="37" orient="horz" pos="3974">
          <p15:clr>
            <a:srgbClr val="F26B43"/>
          </p15:clr>
        </p15:guide>
        <p15:guide id="38" pos="824">
          <p15:clr>
            <a:srgbClr val="A4A3A4"/>
          </p15:clr>
        </p15:guide>
        <p15:guide id="39" pos="937">
          <p15:clr>
            <a:srgbClr val="A4A3A4"/>
          </p15:clr>
        </p15:guide>
        <p15:guide id="40" pos="1413">
          <p15:clr>
            <a:srgbClr val="A4A3A4"/>
          </p15:clr>
        </p15:guide>
        <p15:guide id="41" pos="1527">
          <p15:clr>
            <a:srgbClr val="A4A3A4"/>
          </p15:clr>
        </p15:guide>
        <p15:guide id="42" pos="2003">
          <p15:clr>
            <a:srgbClr val="A4A3A4"/>
          </p15:clr>
        </p15:guide>
        <p15:guide id="43" pos="2116">
          <p15:clr>
            <a:srgbClr val="A4A3A4"/>
          </p15:clr>
        </p15:guide>
        <p15:guide id="44" pos="2593">
          <p15:clr>
            <a:srgbClr val="A4A3A4"/>
          </p15:clr>
        </p15:guide>
        <p15:guide id="45" pos="2706">
          <p15:clr>
            <a:srgbClr val="A4A3A4"/>
          </p15:clr>
        </p15:guide>
        <p15:guide id="46" pos="3182">
          <p15:clr>
            <a:srgbClr val="A4A3A4"/>
          </p15:clr>
        </p15:guide>
        <p15:guide id="47" pos="3318">
          <p15:clr>
            <a:srgbClr val="A4A3A4"/>
          </p15:clr>
        </p15:guide>
        <p15:guide id="48" pos="3772">
          <p15:clr>
            <a:srgbClr val="A4A3A4"/>
          </p15:clr>
        </p15:guide>
        <p15:guide id="49" pos="3908">
          <p15:clr>
            <a:srgbClr val="A4A3A4"/>
          </p15:clr>
        </p15:guide>
        <p15:guide id="50" pos="4362">
          <p15:clr>
            <a:srgbClr val="A4A3A4"/>
          </p15:clr>
        </p15:guide>
        <p15:guide id="51" pos="4498">
          <p15:clr>
            <a:srgbClr val="A4A3A4"/>
          </p15:clr>
        </p15:guide>
        <p15:guide id="52" pos="4951">
          <p15:clr>
            <a:srgbClr val="A4A3A4"/>
          </p15:clr>
        </p15:guide>
        <p15:guide id="53" pos="5087">
          <p15:clr>
            <a:srgbClr val="A4A3A4"/>
          </p15:clr>
        </p15:guide>
        <p15:guide id="54" pos="5541">
          <p15:clr>
            <a:srgbClr val="A4A3A4"/>
          </p15:clr>
        </p15:guide>
        <p15:guide id="55" pos="5677">
          <p15:clr>
            <a:srgbClr val="A4A3A4"/>
          </p15:clr>
        </p15:guide>
        <p15:guide id="56" pos="6153">
          <p15:clr>
            <a:srgbClr val="A4A3A4"/>
          </p15:clr>
        </p15:guide>
        <p15:guide id="57" pos="6267">
          <p15:clr>
            <a:srgbClr val="A4A3A4"/>
          </p15:clr>
        </p15:guide>
        <p15:guide id="58" pos="6743">
          <p15:clr>
            <a:srgbClr val="A4A3A4"/>
          </p15:clr>
        </p15:guide>
        <p15:guide id="59" pos="6856">
          <p15:clr>
            <a:srgbClr val="A4A3A4"/>
          </p15:clr>
        </p15:guide>
        <p15:guide id="60" orient="horz" pos="3838">
          <p15:clr>
            <a:srgbClr val="A4A3A4"/>
          </p15:clr>
        </p15:guide>
        <p15:guide id="61" orient="horz" pos="2092">
          <p15:clr>
            <a:srgbClr val="A4A3A4"/>
          </p15:clr>
        </p15:guide>
        <p15:guide id="62" orient="horz" pos="2228">
          <p15:clr>
            <a:srgbClr val="A4A3A4"/>
          </p15:clr>
        </p15:guide>
        <p15:guide id="63" orient="horz" pos="845">
          <p15:clr>
            <a:srgbClr val="A4A3A4"/>
          </p15:clr>
        </p15:guide>
        <p15:guide id="64" orient="horz" pos="958">
          <p15:clr>
            <a:srgbClr val="A4A3A4"/>
          </p15:clr>
        </p15:guide>
        <p15:guide id="65" orient="horz" pos="1480">
          <p15:clr>
            <a:srgbClr val="A4A3A4"/>
          </p15:clr>
        </p15:guide>
        <p15:guide id="66" orient="horz" pos="1593">
          <p15:clr>
            <a:srgbClr val="A4A3A4"/>
          </p15:clr>
        </p15:guide>
        <p15:guide id="67" orient="horz" pos="2727">
          <p15:clr>
            <a:srgbClr val="A4A3A4"/>
          </p15:clr>
        </p15:guide>
        <p15:guide id="68" orient="horz" pos="2840">
          <p15:clr>
            <a:srgbClr val="A4A3A4"/>
          </p15:clr>
        </p15:guide>
        <p15:guide id="69" orient="horz" pos="3339">
          <p15:clr>
            <a:srgbClr val="A4A3A4"/>
          </p15:clr>
        </p15:guide>
        <p15:guide id="70" orient="horz" pos="347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10047101-8D42-6100-9CEA-AEC0FAEAB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6045" y="2041019"/>
            <a:ext cx="4492108" cy="2775962"/>
          </a:xfrm>
          <a:noFill/>
        </p:spPr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>
              <a:spcBef>
                <a:spcPts val="1200"/>
              </a:spcBef>
            </a:pPr>
            <a:r>
              <a:rPr lang="it-IT" dirty="0"/>
              <a:t>Presentazione progetto Calcolo Numerico</a:t>
            </a:r>
            <a:br>
              <a:rPr lang="it-IT" dirty="0"/>
            </a:br>
            <a:r>
              <a:rPr lang="it-IT" sz="800" spc="30" dirty="0"/>
              <a:t> </a:t>
            </a:r>
            <a:r>
              <a:rPr lang="it-IT" sz="1600" spc="30" dirty="0"/>
              <a:t>Gruppo: Paduret Alessandro, Singh Alex, Stupu David, Valente Ivan</a:t>
            </a:r>
            <a:br>
              <a:rPr lang="it-IT" sz="1600" spc="30" dirty="0"/>
            </a:br>
            <a:r>
              <a:rPr lang="it-IT" sz="300" spc="30" dirty="0"/>
              <a:t> </a:t>
            </a:r>
            <a:br>
              <a:rPr lang="it-IT" sz="1600" spc="30" dirty="0"/>
            </a:br>
            <a:r>
              <a:rPr lang="it-IT" sz="1600" spc="30" dirty="0"/>
              <a:t>A.A. 2025-2026</a:t>
            </a:r>
            <a:br>
              <a:rPr lang="it-IT" sz="1600" spc="30" dirty="0"/>
            </a:br>
            <a:r>
              <a:rPr lang="it-IT" sz="400" spc="30" dirty="0"/>
              <a:t> </a:t>
            </a:r>
            <a:br>
              <a:rPr lang="it-IT" sz="1600" spc="30" dirty="0"/>
            </a:br>
            <a:r>
              <a:rPr lang="it-IT" sz="1600" spc="30" dirty="0"/>
              <a:t>Corso di Laurea Triennale Informatica</a:t>
            </a:r>
            <a:br>
              <a:rPr lang="it-IT" sz="1600" spc="30" dirty="0"/>
            </a:br>
            <a:r>
              <a:rPr lang="it-IT" sz="1600" spc="30" dirty="0"/>
              <a:t>Dipartimento di Matematica, Scuola di Scienze</a:t>
            </a:r>
            <a:br>
              <a:rPr lang="it-IT" sz="1600" spc="30" dirty="0"/>
            </a:br>
            <a:r>
              <a:rPr lang="it-IT" sz="400" spc="30" dirty="0"/>
              <a:t> </a:t>
            </a:r>
            <a:br>
              <a:rPr lang="it-IT" sz="1600" spc="30" dirty="0"/>
            </a:br>
            <a:r>
              <a:rPr lang="it-IT" sz="1600" spc="30" dirty="0"/>
              <a:t>4 febbraio 2026</a:t>
            </a:r>
            <a:endParaRPr lang="it-IT" spc="30" dirty="0"/>
          </a:p>
        </p:txBody>
      </p:sp>
      <p:pic>
        <p:nvPicPr>
          <p:cNvPr id="8" name="Segnaposto immagine 13" descr="Sfondo digitale con punti dati">
            <a:extLst>
              <a:ext uri="{FF2B5EF4-FFF2-40B4-BE49-F238E27FC236}">
                <a16:creationId xmlns:a16="http://schemas.microsoft.com/office/drawing/2014/main" id="{53227D59-33F9-9DDB-1C5C-A938A989EE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6" r="7936"/>
          <a:stretch/>
        </p:blipFill>
        <p:spPr>
          <a:xfrm>
            <a:off x="0" y="0"/>
            <a:ext cx="6267450" cy="6858000"/>
          </a:xfrm>
        </p:spPr>
      </p:pic>
    </p:spTree>
    <p:extLst>
      <p:ext uri="{BB962C8B-B14F-4D97-AF65-F5344CB8AC3E}">
        <p14:creationId xmlns:p14="http://schemas.microsoft.com/office/powerpoint/2010/main" val="2803092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immagine 7" descr="Sfondo digitale con punti dati">
            <a:extLst>
              <a:ext uri="{FF2B5EF4-FFF2-40B4-BE49-F238E27FC236}">
                <a16:creationId xmlns:a16="http://schemas.microsoft.com/office/drawing/2014/main" id="{1358CD3B-43A8-5BF7-2E60-B0563F068D1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alphaModFix amt="4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olo 6">
            <a:extLst>
              <a:ext uri="{FF2B5EF4-FFF2-40B4-BE49-F238E27FC236}">
                <a16:creationId xmlns:a16="http://schemas.microsoft.com/office/drawing/2014/main" id="{8A84D4AF-8D29-5A55-F3F8-1E928E3B0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89284"/>
            <a:ext cx="9144000" cy="2479432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sz="4400" dirty="0"/>
              <a:t>PROGETTO 7 (AVANZATO): RICOSTRUZIONE DI UN GRAFO TOPOLOGICO DA MISURAZIONI DELLA DIFFUSIONE</a:t>
            </a:r>
          </a:p>
        </p:txBody>
      </p:sp>
      <p:sp>
        <p:nvSpPr>
          <p:cNvPr id="8" name="Sottotitolo 7">
            <a:extLst>
              <a:ext uri="{FF2B5EF4-FFF2-40B4-BE49-F238E27FC236}">
                <a16:creationId xmlns:a16="http://schemas.microsoft.com/office/drawing/2014/main" id="{6450744F-A4B6-FD90-F6DA-4EF9A192E3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58832"/>
            <a:ext cx="9144000" cy="346068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sz="2000" dirty="0"/>
              <a:t>Progetto scelto:</a:t>
            </a:r>
          </a:p>
        </p:txBody>
      </p:sp>
    </p:spTree>
    <p:extLst>
      <p:ext uri="{BB962C8B-B14F-4D97-AF65-F5344CB8AC3E}">
        <p14:creationId xmlns:p14="http://schemas.microsoft.com/office/powerpoint/2010/main" val="2855514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D5BE93-0252-3CC3-B567-14EC47EB8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1684059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Sommario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BCA07C-1908-B1EB-82FA-EC63DAAF4CF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63" y="2419350"/>
            <a:ext cx="11090274" cy="3913188"/>
          </a:xfrm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it-IT" dirty="0"/>
              <a:t>Contesto teorico e scopo del progetto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it-IT" dirty="0"/>
              <a:t>Inizializzazione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it-IT" dirty="0"/>
              <a:t>Problema 1: dati diffusivi sovrabbondanti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it-IT" dirty="0"/>
              <a:t>Problema 2: dati diffusivi lacunosi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it-IT" dirty="0"/>
              <a:t>Considerazioni finali</a:t>
            </a:r>
          </a:p>
        </p:txBody>
      </p:sp>
      <p:pic>
        <p:nvPicPr>
          <p:cNvPr id="4" name="Immagine 3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F18BFF32-DA95-1DCD-610A-B72E60BDB69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583" b="23713"/>
          <a:stretch>
            <a:fillRect/>
          </a:stretch>
        </p:blipFill>
        <p:spPr>
          <a:xfrm>
            <a:off x="9244190" y="813063"/>
            <a:ext cx="2947810" cy="5231874"/>
          </a:xfrm>
          <a:prstGeom prst="rect">
            <a:avLst/>
          </a:prstGeom>
        </p:spPr>
      </p:pic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689D0C41-9634-9018-A8EC-B231423E5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DBA1B0FB-D917-4C8C-928F-313BD683BF39}" type="slidenum">
              <a:rPr lang="it-IT" smtClean="0"/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65045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4045464"/>
            <a:ext cx="11115355" cy="2286000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 dirty="0"/>
              <a:t>Contesto teorico e scopo del progetto</a:t>
            </a:r>
          </a:p>
        </p:txBody>
      </p:sp>
      <p:pic>
        <p:nvPicPr>
          <p:cNvPr id="11" name="Segnaposto immagine 15" descr="Sfondo digitale con punti dati">
            <a:extLst>
              <a:ext uri="{FF2B5EF4-FFF2-40B4-BE49-F238E27FC236}">
                <a16:creationId xmlns:a16="http://schemas.microsoft.com/office/drawing/2014/main" id="{A496DCE5-C34A-22C2-A9D8-E90DFC8CE86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4594"/>
            <a:ext cx="12192000" cy="3771878"/>
          </a:xfrm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A810213C-2CEE-E625-8214-16A3D2A34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39748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it-IT"/>
            </a:defPPr>
          </a:lstStyle>
          <a:p>
            <a:pPr rtl="0"/>
            <a:r>
              <a:rPr lang="it-IT" dirty="0"/>
              <a:t>Contesto: Laplaciano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4304DE3-2D64-1E41-524C-88DBC9130F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1" y="1917064"/>
            <a:ext cx="8970211" cy="4297679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Operatore di Laplace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Misura quanto il valore di una funzione in un punto differisce dalla media locale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Ottima applicazione pratica: modellazione dei processi diffusivi</a:t>
            </a:r>
          </a:p>
        </p:txBody>
      </p:sp>
      <p:pic>
        <p:nvPicPr>
          <p:cNvPr id="10" name="Immagine 9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37897BD6-1596-87E5-7571-53666B6A373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078" b="64193"/>
          <a:stretch>
            <a:fillRect/>
          </a:stretch>
        </p:blipFill>
        <p:spPr>
          <a:xfrm>
            <a:off x="9105931" y="4402319"/>
            <a:ext cx="3086069" cy="2455682"/>
          </a:xfrm>
          <a:prstGeom prst="rect">
            <a:avLst/>
          </a:prstGeom>
        </p:spPr>
      </p:pic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7E3B276A-DEA6-5CE5-834D-C818409F5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5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DF14A0A3-5DD1-117F-66FD-C4A6E63B1429}"/>
                  </a:ext>
                </a:extLst>
              </p:cNvPr>
              <p:cNvSpPr txBox="1"/>
              <p:nvPr/>
            </p:nvSpPr>
            <p:spPr>
              <a:xfrm>
                <a:off x="641023" y="4531269"/>
                <a:ext cx="3285578" cy="10988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𝛥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it-IT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≔</m:t>
                      </m:r>
                      <m:nary>
                        <m:naryPr>
                          <m:chr m:val="∑"/>
                          <m:ctrlPr>
                            <a:rPr lang="it-IT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it-IT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it-IT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p>
                                  <m:r>
                                    <a:rPr lang="it-IT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𝜗</m:t>
                              </m:r>
                              <m:sSup>
                                <m:sSupPr>
                                  <m:ctrlPr>
                                    <a:rPr lang="it-IT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it-IT" sz="24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it-IT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sup>
                                  <m:r>
                                    <a:rPr lang="it-IT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400" i="1" dirty="0"/>
              </a:p>
            </p:txBody>
          </p:sp>
        </mc:Choice>
        <mc:Fallback xmlns=""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DF14A0A3-5DD1-117F-66FD-C4A6E63B14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023" y="4531269"/>
                <a:ext cx="3285578" cy="109889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A429EE53-7D72-584D-9278-C715D21F846A}"/>
                  </a:ext>
                </a:extLst>
              </p:cNvPr>
              <p:cNvSpPr txBox="1"/>
              <p:nvPr/>
            </p:nvSpPr>
            <p:spPr>
              <a:xfrm>
                <a:off x="5156177" y="4672365"/>
                <a:ext cx="4105996" cy="8166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it-IT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it-IT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it-IT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it-IT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2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it-IT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it-IT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it-IT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  <m:r>
                                    <a:rPr lang="it-IT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it-IT" sz="24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den>
                      </m:f>
                      <m:nary>
                        <m:naryPr>
                          <m:supHide m:val="on"/>
                          <m:ctrlPr>
                            <a:rPr lang="it-IT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it-IT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it-IT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it-IT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it-IT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d>
                        </m:sub>
                        <m:sup/>
                        <m:e>
                          <m:r>
                            <a:rPr lang="it-IT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it-IT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it-IT" sz="24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A429EE53-7D72-584D-9278-C715D21F8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6177" y="4672365"/>
                <a:ext cx="4105996" cy="8166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9465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0D817-1A14-269A-8EAE-7AD91E891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F120DC-47C4-751E-5AB8-9718009D6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it-IT"/>
            </a:defPPr>
          </a:lstStyle>
          <a:p>
            <a:pPr rtl="0"/>
            <a:r>
              <a:rPr lang="it-IT" dirty="0"/>
              <a:t>Contesto: Equazione del calore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DE49AFF4-A59E-0629-DD15-8539A59358C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550862" y="1917064"/>
                <a:ext cx="8555070" cy="4744036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Perfetto esempio di processo diffusivo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Dispersione omnidirezionale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Effetto immediato anche a distanza infinita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Decadimento rapido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  <a:br>
                  <a:rPr lang="it-IT" dirty="0"/>
                </a:br>
                <a:br>
                  <a:rPr lang="it-IT" dirty="0"/>
                </a:br>
                <a:br>
                  <a:rPr lang="it-IT" dirty="0"/>
                </a:br>
                <a:br>
                  <a:rPr lang="it-IT" dirty="0"/>
                </a:br>
                <a:br>
                  <a:rPr lang="it-IT" dirty="0"/>
                </a:br>
                <a:r>
                  <a:rPr lang="it-IT" dirty="0"/>
                  <a:t>La quantità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it-IT" dirty="0"/>
                  <a:t> valutata nel punto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dirty="0"/>
                  <a:t> varia nel tempo a seconda di quanto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,...)</m:t>
                    </m:r>
                  </m:oMath>
                </a14:m>
                <a:r>
                  <a:rPr lang="it-IT" dirty="0"/>
                  <a:t> differisce dalla sua media attorno 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it-IT" dirty="0"/>
              </a:p>
            </p:txBody>
          </p:sp>
        </mc:Choice>
        <mc:Fallback xmlns="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DE49AFF4-A59E-0629-DD15-8539A59358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550862" y="1917064"/>
                <a:ext cx="8555070" cy="4744036"/>
              </a:xfrm>
              <a:blipFill>
                <a:blip r:embed="rId3"/>
                <a:stretch>
                  <a:fillRect l="-1496" t="-154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0C706D8F-2FFD-7C1C-6DA6-38E2724C91E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078" b="64193"/>
          <a:stretch>
            <a:fillRect/>
          </a:stretch>
        </p:blipFill>
        <p:spPr>
          <a:xfrm>
            <a:off x="9105931" y="4402319"/>
            <a:ext cx="3086069" cy="2455682"/>
          </a:xfrm>
          <a:prstGeom prst="rect">
            <a:avLst/>
          </a:prstGeom>
        </p:spPr>
      </p:pic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6B3053FF-65B3-DEBD-887A-110A52C1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6</a:t>
            </a:fld>
            <a:endParaRPr lang="it-IT" dirty="0"/>
          </a:p>
        </p:txBody>
      </p:sp>
      <p:pic>
        <p:nvPicPr>
          <p:cNvPr id="7" name="Immagine 6" descr="Immagine che contiene testo, Carattere, calligrafia, nero&#10;&#10;Il contenuto generato dall'IA potrebbe non essere corretto.">
            <a:extLst>
              <a:ext uri="{FF2B5EF4-FFF2-40B4-BE49-F238E27FC236}">
                <a16:creationId xmlns:a16="http://schemas.microsoft.com/office/drawing/2014/main" id="{9C4BEF6E-77DA-B4C6-9854-251714C26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507" y="4065903"/>
            <a:ext cx="6848816" cy="1420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409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011E6-1595-592F-3BBE-EB40521CF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CB0D6A-B5FB-56A6-0780-1271D204F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it-IT"/>
            </a:defPPr>
          </a:lstStyle>
          <a:p>
            <a:pPr rtl="0"/>
            <a:r>
              <a:rPr lang="it-IT" dirty="0"/>
              <a:t>Contesto: Diffusione su un grafo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6E2A9576-AFC4-7EDB-2597-1A9B0446944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550862" y="1917064"/>
                <a:ext cx="8555070" cy="4744036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Grafo topologico: insieme finito di «nodi» e di una relazione anti riflessiva simmetrica non transitiva su di essi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Usiamo i due precedenti strumenti per creare diffusione di calore su un grafo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Algebricamente parlando, con i grafi: 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it-IT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it-IT" i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𝐿𝑢</m:t>
                            </m:r>
                          </m:e>
                        </m:d>
                      </m:e>
                      <m:sub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dirty="0"/>
                  <a:t> = somma delle differenze tra il nodo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it-IT" dirty="0"/>
                  <a:t> e i suoi vicini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L’equazione del calore diventa:</a:t>
                </a:r>
                <a:br>
                  <a:rPr lang="it-IT" dirty="0"/>
                </a:br>
                <a:br>
                  <a:rPr lang="it-IT" dirty="0"/>
                </a:br>
                <a:br>
                  <a:rPr lang="it-IT" dirty="0"/>
                </a:br>
                <a:br>
                  <a:rPr lang="it-IT" dirty="0"/>
                </a:br>
                <a:endParaRPr lang="it-IT" dirty="0"/>
              </a:p>
            </p:txBody>
          </p:sp>
        </mc:Choice>
        <mc:Fallback xmlns="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6E2A9576-AFC4-7EDB-2597-1A9B044694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550862" y="1917064"/>
                <a:ext cx="8555070" cy="4744036"/>
              </a:xfrm>
              <a:blipFill>
                <a:blip r:embed="rId3"/>
                <a:stretch>
                  <a:fillRect l="-1496" t="-154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5BE24576-70F5-1CAF-17E0-15C44898EC3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078" b="64193"/>
          <a:stretch>
            <a:fillRect/>
          </a:stretch>
        </p:blipFill>
        <p:spPr>
          <a:xfrm>
            <a:off x="9105931" y="4402319"/>
            <a:ext cx="3086069" cy="2455682"/>
          </a:xfrm>
          <a:prstGeom prst="rect">
            <a:avLst/>
          </a:prstGeom>
        </p:spPr>
      </p:pic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5F308BC2-3933-8698-A728-4F548A9CD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7</a:t>
            </a:fld>
            <a:endParaRPr lang="it-IT" dirty="0"/>
          </a:p>
        </p:txBody>
      </p:sp>
      <p:pic>
        <p:nvPicPr>
          <p:cNvPr id="5" name="Immagine 4" descr="Immagine che contiene Carattere, tipografia, Elementi grafici, schermata&#10;&#10;Il contenuto generato dall'IA potrebbe non essere corretto.">
            <a:extLst>
              <a:ext uri="{FF2B5EF4-FFF2-40B4-BE49-F238E27FC236}">
                <a16:creationId xmlns:a16="http://schemas.microsoft.com/office/drawing/2014/main" id="{BAAC55A1-2C5A-55C5-95F2-4895D7A01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987" y="4722714"/>
            <a:ext cx="4105792" cy="1185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810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EB78B-F67C-567C-170B-458235EC0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6D8D0C-71AE-5017-8D49-F84F77AF0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it-IT"/>
            </a:defPPr>
          </a:lstStyle>
          <a:p>
            <a:pPr rtl="0"/>
            <a:r>
              <a:rPr lang="it-IT" dirty="0"/>
              <a:t>Contesto: Diffusione su un grafo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5D4B3BE8-7C1F-626F-50C0-E767D8C589E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550862" y="1917064"/>
                <a:ext cx="10421938" cy="4744036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Abbiamo ottenuto un sistema di equazioni differenziali ordinarie (ODE) accoppiate dalla matrice Laplaciana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Sfruttiamo la decomposizione spettrale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𝑃</m:t>
                    </m:r>
                    <m:r>
                      <m:rPr>
                        <m:sty m:val="p"/>
                      </m:rPr>
                      <a:rPr lang="it-IT">
                        <a:latin typeface="Cambria Math" panose="02040503050406030204" pitchFamily="18" charset="0"/>
                      </a:rPr>
                      <m:t>Λ</m:t>
                    </m:r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it-IT" dirty="0"/>
                  <a:t> per risolverla:</a:t>
                </a:r>
                <a:br>
                  <a:rPr lang="it-IT" dirty="0"/>
                </a:br>
                <a:br>
                  <a:rPr lang="it-IT" dirty="0"/>
                </a:br>
                <a:br>
                  <a:rPr lang="it-IT" dirty="0"/>
                </a:br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Risultato: somma pesata dei modi naturali di vibrazione del grafo che decadono nel tempo</a:t>
                </a:r>
                <a:br>
                  <a:rPr lang="it-IT" dirty="0"/>
                </a:br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Possiamo calcolare lo stato del sistema a qualsiasi tempo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it-IT" dirty="0"/>
                  <a:t> usando l’algebra</a:t>
                </a:r>
              </a:p>
            </p:txBody>
          </p:sp>
        </mc:Choice>
        <mc:Fallback xmlns="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5D4B3BE8-7C1F-626F-50C0-E767D8C589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550862" y="1917064"/>
                <a:ext cx="10421938" cy="4744036"/>
              </a:xfrm>
              <a:blipFill>
                <a:blip r:embed="rId3"/>
                <a:stretch>
                  <a:fillRect l="-1228" t="-154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3C9A1D36-3178-9521-4CD6-9B980352485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078" b="64193"/>
          <a:stretch>
            <a:fillRect/>
          </a:stretch>
        </p:blipFill>
        <p:spPr>
          <a:xfrm>
            <a:off x="9105931" y="4402319"/>
            <a:ext cx="3086069" cy="2455682"/>
          </a:xfrm>
          <a:prstGeom prst="rect">
            <a:avLst/>
          </a:prstGeom>
        </p:spPr>
      </p:pic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B08714FC-7ECF-ED2A-DB80-D14DE0102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8</a:t>
            </a:fld>
            <a:endParaRPr lang="it-IT" dirty="0"/>
          </a:p>
        </p:txBody>
      </p:sp>
      <p:pic>
        <p:nvPicPr>
          <p:cNvPr id="6" name="Immagine 5" descr="Immagine che contiene testo, Carattere, calligrafia, nero&#10;&#10;Il contenuto generato dall'IA potrebbe non essere corretto.">
            <a:extLst>
              <a:ext uri="{FF2B5EF4-FFF2-40B4-BE49-F238E27FC236}">
                <a16:creationId xmlns:a16="http://schemas.microsoft.com/office/drawing/2014/main" id="{F4932EC7-E0DD-A55D-929B-F5B35868A5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851" y="2781264"/>
            <a:ext cx="7022970" cy="10350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37B89364-F8D6-E4C0-A2A5-F940F6DFE011}"/>
                  </a:ext>
                </a:extLst>
              </p:cNvPr>
              <p:cNvSpPr txBox="1"/>
              <p:nvPr/>
            </p:nvSpPr>
            <p:spPr>
              <a:xfrm>
                <a:off x="791851" y="4213485"/>
                <a:ext cx="3492046" cy="3776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it-IT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4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t-IT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it-IT" sz="240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it-IT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4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it-IT" sz="240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it-IT" sz="2400" i="0" smtClean="0">
                              <a:latin typeface="Cambria Math" panose="02040503050406030204" pitchFamily="18" charset="0"/>
                            </a:rPr>
                            <m:t>Λ</m:t>
                          </m:r>
                          <m:r>
                            <a:rPr lang="it-IT" sz="240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it-IT" sz="240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it-IT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it-IT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it-IT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it-IT" sz="2400" b="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it-IT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37B89364-F8D6-E4C0-A2A5-F940F6DFE0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851" y="4213485"/>
                <a:ext cx="3492046" cy="377667"/>
              </a:xfrm>
              <a:prstGeom prst="rect">
                <a:avLst/>
              </a:prstGeom>
              <a:blipFill>
                <a:blip r:embed="rId6"/>
                <a:stretch>
                  <a:fillRect l="-524" b="-967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4893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A2DF-FFBC-A3C8-AF2C-90549E63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8B1E2-052B-648B-1E0B-E05491B5E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it-IT"/>
            </a:defPPr>
          </a:lstStyle>
          <a:p>
            <a:pPr rtl="0"/>
            <a:r>
              <a:rPr lang="it-IT" dirty="0"/>
              <a:t>Scopo del progetto: Ricostruzione di un grafo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6A6A8E9-C260-0669-9B9C-87D9E2C4CF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1917064"/>
            <a:ext cx="7825832" cy="4744036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Un dato fenomeno evolve su un grafo per diffusione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Non c’è conoscenza del grafo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Ricostruzione possibile grazie a misurazioni di fenomeni diffusivi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Idea: partendo a scaldare un nodo, i nodi vicini avrebbero veloce variazione di calore nel tempo, mentre quelli distanti avrebbero una lenta variazione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Adatto per tempi sufficientemente brevi</a:t>
            </a:r>
          </a:p>
        </p:txBody>
      </p:sp>
      <p:pic>
        <p:nvPicPr>
          <p:cNvPr id="10" name="Immagine 9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EBFF7E77-974F-1E39-7C27-7CF2EEC8DD0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078" b="64193"/>
          <a:stretch>
            <a:fillRect/>
          </a:stretch>
        </p:blipFill>
        <p:spPr>
          <a:xfrm>
            <a:off x="9105931" y="4402319"/>
            <a:ext cx="3086069" cy="2455682"/>
          </a:xfrm>
          <a:prstGeom prst="rect">
            <a:avLst/>
          </a:prstGeom>
        </p:spPr>
      </p:pic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3BC72612-C699-7E27-2D06-64E43713F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9</a:t>
            </a:fld>
            <a:endParaRPr lang="it-IT" dirty="0"/>
          </a:p>
        </p:txBody>
      </p:sp>
      <p:pic>
        <p:nvPicPr>
          <p:cNvPr id="5" name="Immagine 4" descr="Immagine che contiene linea, Diagramma, schermata, testo&#10;&#10;Il contenuto generato dall'IA potrebbe non essere corretto.">
            <a:extLst>
              <a:ext uri="{FF2B5EF4-FFF2-40B4-BE49-F238E27FC236}">
                <a16:creationId xmlns:a16="http://schemas.microsoft.com/office/drawing/2014/main" id="{6CBD258D-3801-D92C-806C-BF204AA9A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6694" y="1154241"/>
            <a:ext cx="3747297" cy="2899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5785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D82CF-E6E9-0779-08C1-D7B7C3520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74D5AB32-414C-C9BE-0386-91D4914080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4045464"/>
            <a:ext cx="11115355" cy="2286000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 dirty="0"/>
              <a:t>Inizializzazione</a:t>
            </a:r>
          </a:p>
        </p:txBody>
      </p:sp>
      <p:pic>
        <p:nvPicPr>
          <p:cNvPr id="11" name="Segnaposto immagine 15" descr="Sfondo digitale con punti dati">
            <a:extLst>
              <a:ext uri="{FF2B5EF4-FFF2-40B4-BE49-F238E27FC236}">
                <a16:creationId xmlns:a16="http://schemas.microsoft.com/office/drawing/2014/main" id="{7ACAFD70-270F-402F-D05E-ED3FA2ADAC8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4594"/>
            <a:ext cx="12192000" cy="3771878"/>
          </a:xfrm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97AB1828-87FE-422F-8D8C-FFD0960E2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07768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C056A-C4A0-037A-160A-3675D109D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312992-8EC6-920C-D166-D946B2777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it-IT"/>
            </a:defPPr>
          </a:lstStyle>
          <a:p>
            <a:r>
              <a:rPr lang="it-IT" dirty="0" err="1"/>
              <a:t>buildsyntheticdata.m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C727F8DC-427F-F178-8358-95A82C5ED73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550861" y="1917064"/>
                <a:ext cx="8970211" cy="4297679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Parametri del problema: numero di nodi, numero di esperimenti, numero di istanti temporali, tempo finale di osservazione, ordine di grandezza del rumore, probabilità di creare un arco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Generazione del grafo e del Laplaciano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Generazione dei dati iniziali (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it-IT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Simulazione della diffusione dei vari esperimenti fino al tempo finale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Snapshots del grafo (le varie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r>
                  <a:rPr lang="it-IT" dirty="0"/>
                  <a:t>) per ogni istante temporale stabilito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Salvataggio dei dati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Vediamo il codice…</a:t>
                </a:r>
              </a:p>
            </p:txBody>
          </p:sp>
        </mc:Choice>
        <mc:Fallback xmlns="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C727F8DC-427F-F178-8358-95A82C5ED7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550861" y="1917064"/>
                <a:ext cx="8970211" cy="4297679"/>
              </a:xfrm>
              <a:blipFill>
                <a:blip r:embed="rId3"/>
                <a:stretch>
                  <a:fillRect l="-1427" t="-1702" r="-6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8BC981AA-CFE0-F14D-3D4E-5EE587769D6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078" b="64193"/>
          <a:stretch>
            <a:fillRect/>
          </a:stretch>
        </p:blipFill>
        <p:spPr>
          <a:xfrm>
            <a:off x="9105931" y="4402319"/>
            <a:ext cx="3086069" cy="2455682"/>
          </a:xfrm>
          <a:prstGeom prst="rect">
            <a:avLst/>
          </a:prstGeom>
        </p:spPr>
      </p:pic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24BA1689-33D1-5DDA-4513-E92310509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11</a:t>
            </a:fld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2FBB3514-084D-B43C-5620-D16FF49C9F76}"/>
              </a:ext>
            </a:extLst>
          </p:cNvPr>
          <p:cNvSpPr/>
          <p:nvPr/>
        </p:nvSpPr>
        <p:spPr>
          <a:xfrm>
            <a:off x="426963" y="3239464"/>
            <a:ext cx="7390614" cy="14517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E521715-D92C-8B56-3AD6-95E8FAA0D6A7}"/>
              </a:ext>
            </a:extLst>
          </p:cNvPr>
          <p:cNvSpPr txBox="1"/>
          <p:nvPr/>
        </p:nvSpPr>
        <p:spPr>
          <a:xfrm>
            <a:off x="7817577" y="3780662"/>
            <a:ext cx="3701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Tramite uso delle «cells» in MATLAB </a:t>
            </a:r>
          </a:p>
        </p:txBody>
      </p:sp>
    </p:spTree>
    <p:extLst>
      <p:ext uri="{BB962C8B-B14F-4D97-AF65-F5344CB8AC3E}">
        <p14:creationId xmlns:p14="http://schemas.microsoft.com/office/powerpoint/2010/main" val="1349852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198A3-9BEC-434E-6F5A-71F51F218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AADDB979-2559-F5AC-8C97-B8DCA531A7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4045464"/>
            <a:ext cx="11115355" cy="2286000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 dirty="0"/>
              <a:t>Problema 1: dati diffusivi sovrabbondanti</a:t>
            </a:r>
          </a:p>
        </p:txBody>
      </p:sp>
      <p:pic>
        <p:nvPicPr>
          <p:cNvPr id="11" name="Segnaposto immagine 15" descr="Sfondo digitale con punti dati">
            <a:extLst>
              <a:ext uri="{FF2B5EF4-FFF2-40B4-BE49-F238E27FC236}">
                <a16:creationId xmlns:a16="http://schemas.microsoft.com/office/drawing/2014/main" id="{1BC58F42-2B1B-D26D-DEF2-D7847EF3F9B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4594"/>
            <a:ext cx="12192000" cy="3771878"/>
          </a:xfrm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3DEBB342-C95C-CBFF-036F-8F7588731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468568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60F26-6500-B5C5-ADF2-31F4A8C7D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A63CFC-3DF4-51CF-6B61-96D993472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it-IT"/>
            </a:defPPr>
          </a:lstStyle>
          <a:p>
            <a:pPr rtl="0"/>
            <a:r>
              <a:rPr lang="it-IT" dirty="0"/>
              <a:t>Spiegazione del problema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5E9A7C78-9E16-8307-CC76-C9FE7EA9439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550861" y="2912882"/>
                <a:ext cx="8970211" cy="3301861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Sistema lineare sovradeterminato: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it-IT" dirty="0"/>
                  <a:t> con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it-IT" dirty="0"/>
                  <a:t> con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Non esiste una soluzione esatta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dirty="0"/>
                  <a:t> che soddisfi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Obiettivo: cercare la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dirty="0"/>
                  <a:t> migliore possibile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Strumento utilizzato: minimi quadrati con fattorizzazione SVD per minimizzare la norma del residuo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i="1" dirty="0" err="1" smtClean="0">
                                    <a:latin typeface="Cambria Math" panose="02040503050406030204" pitchFamily="18" charset="0"/>
                                  </a:rPr>
                                  <m:t>𝐴𝑥</m:t>
                                </m:r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5E9A7C78-9E16-8307-CC76-C9FE7EA943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550861" y="2912882"/>
                <a:ext cx="8970211" cy="3301861"/>
              </a:xfrm>
              <a:blipFill>
                <a:blip r:embed="rId3"/>
                <a:stretch>
                  <a:fillRect l="-1427" t="-221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B97F14EC-4012-EB10-1B01-E0520598C5B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078" b="64193"/>
          <a:stretch>
            <a:fillRect/>
          </a:stretch>
        </p:blipFill>
        <p:spPr>
          <a:xfrm>
            <a:off x="9105931" y="4402319"/>
            <a:ext cx="3086069" cy="2455682"/>
          </a:xfrm>
          <a:prstGeom prst="rect">
            <a:avLst/>
          </a:prstGeom>
        </p:spPr>
      </p:pic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4EEB7347-E8C4-F19A-EF29-2747BE325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13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59E04447-4528-42E5-1856-0510EBE63182}"/>
                  </a:ext>
                </a:extLst>
              </p:cNvPr>
              <p:cNvSpPr txBox="1"/>
              <p:nvPr/>
            </p:nvSpPr>
            <p:spPr>
              <a:xfrm>
                <a:off x="550861" y="1385740"/>
                <a:ext cx="8970211" cy="1264705"/>
              </a:xfrm>
              <a:prstGeom prst="rect">
                <a:avLst/>
              </a:prstGeom>
              <a:solidFill>
                <a:srgbClr val="C00000"/>
              </a:solidFill>
              <a:ln w="28575"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Data la lista degli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it-IT" dirty="0"/>
                  <a:t> nodi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 ={</m:t>
                    </m:r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it-IT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it-IT" dirty="0"/>
                  <a:t>, una serie finita di istanti temporali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0=</m:t>
                    </m:r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 dirty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i="1" dirty="0">
                        <a:latin typeface="Cambria Math" panose="02040503050406030204" pitchFamily="18" charset="0"/>
                      </a:rPr>
                      <m:t>&lt;…&lt;</m:t>
                    </m:r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it-IT" dirty="0"/>
                  <a:t> ed la misurazione di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dirty="0"/>
                  <a:t>processi diffusivi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{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}</m:t>
                    </m:r>
                    <m:d>
                      <m:d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it-IT" i="1" dirty="0">
                        <a:latin typeface="Cambria Math" panose="02040503050406030204" pitchFamily="18" charset="0"/>
                      </a:rPr>
                      <m:t>≔</m:t>
                    </m:r>
                    <m:sSup>
                      <m:sSup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d>
                          <m:d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sup>
                    </m:sSup>
                    <m:d>
                      <m:d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it-IT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/>
                  <a:t>, con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it-IT" dirty="0"/>
                  <a:t>,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it-IT" dirty="0"/>
                  <a:t> e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=1,2,…,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it-IT" dirty="0"/>
                  <a:t>, e dove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/>
                  <a:t> è un errore di misurazione, trovare la matrice di adiacenza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it-IT" dirty="0"/>
                  <a:t> del grafo.</a:t>
                </a:r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59E04447-4528-42E5-1856-0510EBE631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61" y="1385740"/>
                <a:ext cx="8970211" cy="1264705"/>
              </a:xfrm>
              <a:prstGeom prst="rect">
                <a:avLst/>
              </a:prstGeom>
              <a:blipFill>
                <a:blip r:embed="rId5"/>
                <a:stretch>
                  <a:fillRect l="-406" t="-1408" b="-5164"/>
                </a:stretch>
              </a:blipFill>
              <a:ln w="28575"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5193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359E7-5D6B-77EB-01D9-2C164252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58883E-BBF4-A6FE-BBC2-616D9E99E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it-IT"/>
            </a:defPPr>
          </a:lstStyle>
          <a:p>
            <a:pPr rtl="0"/>
            <a:r>
              <a:rPr lang="it-IT" dirty="0"/>
              <a:t>solutore_1.m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0E44562-C2EB-3AA2-207F-C5988862B7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1" y="1917064"/>
            <a:ext cx="8970211" cy="4297679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Risolve il problema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«A» = cells «U», «x» = «c», «b» = quale nodo prendiamo come partenza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Calcolo delle traiettorie tramite calcolo del vettore «c» (con «</a:t>
            </a:r>
            <a:r>
              <a:rPr lang="it-IT" dirty="0" err="1"/>
              <a:t>pinv</a:t>
            </a:r>
            <a:r>
              <a:rPr lang="it-IT" dirty="0"/>
              <a:t>» per SVD) e delle derivate (velocità di diffusione)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Costruzione della matrice di adiacenza (e di conseguenza del grafo) grazie a clustering (con «</a:t>
            </a:r>
            <a:r>
              <a:rPr lang="it-IT" dirty="0" err="1"/>
              <a:t>kmeans</a:t>
            </a:r>
            <a:r>
              <a:rPr lang="it-IT" dirty="0"/>
              <a:t>» in MATLAB)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Vediamo il codice…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Analizziamo quanto è stato efficiente il processo tramite «</a:t>
            </a:r>
            <a:r>
              <a:rPr lang="it-IT" dirty="0" err="1"/>
              <a:t>statistiche.m</a:t>
            </a:r>
            <a:r>
              <a:rPr lang="it-IT" dirty="0"/>
              <a:t>»…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Visualizziamo graficamente i fenomeni grazie a «</a:t>
            </a:r>
            <a:r>
              <a:rPr lang="it-IT" dirty="0" err="1"/>
              <a:t>visualizza_dati.m</a:t>
            </a:r>
            <a:r>
              <a:rPr lang="it-IT" dirty="0"/>
              <a:t>»…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/>
          </a:p>
        </p:txBody>
      </p:sp>
      <p:pic>
        <p:nvPicPr>
          <p:cNvPr id="10" name="Immagine 9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D16F720F-40E6-06DB-7BD6-430211AA6FC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078" b="64193"/>
          <a:stretch>
            <a:fillRect/>
          </a:stretch>
        </p:blipFill>
        <p:spPr>
          <a:xfrm>
            <a:off x="9105931" y="4402319"/>
            <a:ext cx="3086069" cy="2455682"/>
          </a:xfrm>
          <a:prstGeom prst="rect">
            <a:avLst/>
          </a:prstGeom>
        </p:spPr>
      </p:pic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90BF4BDC-7A31-004F-4DD1-E4035CFD0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14820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A143B-C55B-6CB8-412D-49035DFAD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3DEDCB88-A27E-3B9A-21B0-30AAE82D34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4045464"/>
            <a:ext cx="11115355" cy="2286000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 dirty="0"/>
              <a:t>Problema 2: dati diffusivi lacunosi</a:t>
            </a:r>
          </a:p>
        </p:txBody>
      </p:sp>
      <p:pic>
        <p:nvPicPr>
          <p:cNvPr id="11" name="Segnaposto immagine 15" descr="Sfondo digitale con punti dati">
            <a:extLst>
              <a:ext uri="{FF2B5EF4-FFF2-40B4-BE49-F238E27FC236}">
                <a16:creationId xmlns:a16="http://schemas.microsoft.com/office/drawing/2014/main" id="{EFEFE36F-18C3-A9BF-FF75-19C03E14D36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4594"/>
            <a:ext cx="12192000" cy="3771878"/>
          </a:xfrm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1E78CD95-A7A8-0AFA-4BA0-C29158477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663667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CB3FC-58F9-6BAD-F837-2F342B2C1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8FA69D-2917-E025-0BFE-4B0564F97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it-IT"/>
            </a:defPPr>
          </a:lstStyle>
          <a:p>
            <a:pPr rtl="0"/>
            <a:r>
              <a:rPr lang="it-IT" dirty="0"/>
              <a:t>Spiegazione del problema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72721DE3-7109-5941-C1DD-B490301F6B5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550861" y="2912882"/>
                <a:ext cx="8970211" cy="3301861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Sistema lineare sottodeterminato: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it-IT" dirty="0"/>
                  <a:t> con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it-IT" dirty="0"/>
                  <a:t> con </a:t>
                </a:r>
                <a14:m>
                  <m:oMath xmlns:m="http://schemas.openxmlformats.org/officeDocument/2006/math">
                    <m:r>
                      <a:rPr lang="it-IT" i="1" dirty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Infinite soluzioni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dirty="0"/>
                  <a:t> che soddisfano esattamente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Obiettivo: cercare la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dirty="0"/>
                  <a:t> migliore possibile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Strumento utilizzato: soluzione di minima norma con fattorizzazione SVD per cercare la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dirty="0"/>
                  <a:t> che ha la norma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IT" dirty="0"/>
                  <a:t> più piccola tra tutte le soluzioni valide</a:t>
                </a:r>
              </a:p>
            </p:txBody>
          </p:sp>
        </mc:Choice>
        <mc:Fallback xmlns="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72721DE3-7109-5941-C1DD-B490301F6B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550861" y="2912882"/>
                <a:ext cx="8970211" cy="3301861"/>
              </a:xfrm>
              <a:blipFill>
                <a:blip r:embed="rId3"/>
                <a:stretch>
                  <a:fillRect l="-1427" t="-221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9A177368-5D1B-31C3-5A3F-D338701AD3C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078" b="64193"/>
          <a:stretch>
            <a:fillRect/>
          </a:stretch>
        </p:blipFill>
        <p:spPr>
          <a:xfrm>
            <a:off x="9105931" y="4402319"/>
            <a:ext cx="3086069" cy="2455682"/>
          </a:xfrm>
          <a:prstGeom prst="rect">
            <a:avLst/>
          </a:prstGeom>
        </p:spPr>
      </p:pic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E609003B-1E1C-AD87-7AF4-80840ABDE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16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71421053-8E7A-90F2-35C0-0DA922D2DC24}"/>
                  </a:ext>
                </a:extLst>
              </p:cNvPr>
              <p:cNvSpPr txBox="1"/>
              <p:nvPr/>
            </p:nvSpPr>
            <p:spPr>
              <a:xfrm>
                <a:off x="550861" y="1385740"/>
                <a:ext cx="8970211" cy="1264705"/>
              </a:xfrm>
              <a:prstGeom prst="rect">
                <a:avLst/>
              </a:prstGeom>
              <a:solidFill>
                <a:srgbClr val="C00000"/>
              </a:solidFill>
              <a:ln w="28575"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Data la lista degli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it-IT" dirty="0"/>
                  <a:t> nodi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 ={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it-IT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it-IT" dirty="0"/>
                  <a:t>, una serie finita di istanti temporali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 dirty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it-IT" dirty="0"/>
                  <a:t> ed la misurazione di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dirty="0"/>
                  <a:t>processi diffusivi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}</m:t>
                    </m:r>
                    <m:d>
                      <m:d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 dirty="0" err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it-IT" i="1" dirty="0" smtClean="0">
                        <a:latin typeface="Cambria Math" panose="02040503050406030204" pitchFamily="18" charset="0"/>
                      </a:rPr>
                      <m:t>≔</m:t>
                    </m:r>
                    <m:sSup>
                      <m:sSup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sup>
                    </m:sSup>
                    <m:d>
                      <m:d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err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it-IT" i="1" dirty="0" err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it-IT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err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i="1" dirty="0" err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it-IT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 dirty="0" err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 dirty="0" err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/>
                  <a:t>, con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1,…,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it-IT" dirty="0"/>
                  <a:t>,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it-IT" dirty="0"/>
                  <a:t> e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=1,2,…,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it-IT" dirty="0"/>
                  <a:t>, e dove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 dirty="0" err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/>
                  <a:t> è un errore di misurazione, trovare la matrice di adiacenza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it-IT" dirty="0"/>
                  <a:t> del grafo.</a:t>
                </a:r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71421053-8E7A-90F2-35C0-0DA922D2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861" y="1385740"/>
                <a:ext cx="8970211" cy="1264705"/>
              </a:xfrm>
              <a:prstGeom prst="rect">
                <a:avLst/>
              </a:prstGeom>
              <a:blipFill>
                <a:blip r:embed="rId5"/>
                <a:stretch>
                  <a:fillRect l="-406" t="-1408" b="-5164"/>
                </a:stretch>
              </a:blipFill>
              <a:ln w="28575"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2422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4E8FD-4AA5-A98B-5369-06DAF033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B92F05-D425-3A41-A204-6DB8541D0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it-IT"/>
            </a:defPPr>
          </a:lstStyle>
          <a:p>
            <a:pPr rtl="0"/>
            <a:r>
              <a:rPr lang="it-IT" dirty="0"/>
              <a:t>solutore_2.m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D1C2376-EFAE-4269-2050-A5317797CD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1" y="1432875"/>
            <a:ext cx="8970211" cy="4923271"/>
          </a:xfrm>
        </p:spPr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Risolve il problema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«A» = cells «U», «x» = «c», «b» = quale nodo prendiamo come partenza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Calcolo delle traiettorie tramite calcolo del vettore «c» (con «</a:t>
            </a:r>
            <a:r>
              <a:rPr lang="it-IT" dirty="0" err="1"/>
              <a:t>pinv</a:t>
            </a:r>
            <a:r>
              <a:rPr lang="it-IT" dirty="0"/>
              <a:t>» per SVD) e delle derivate (velocità di diffusione)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u="sng" dirty="0"/>
              <a:t>Problema: ci sono meno esperimenti rispetto ai nodi </a:t>
            </a:r>
            <a:r>
              <a:rPr lang="it-IT" u="sng" dirty="0">
                <a:sym typeface="Wingdings" panose="05000000000000000000" pitchFamily="2" charset="2"/>
              </a:rPr>
              <a:t> soluzione: </a:t>
            </a:r>
            <a:r>
              <a:rPr lang="it-IT" u="sng" dirty="0"/>
              <a:t>aumentiamo il numero di esperimenti artificialmente, utilizzando ogni istante temporale come un nuovo esperimento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Costruzione della matrice di adiacenza (e di conseguenza del grafo) grazie a clustering (con «</a:t>
            </a:r>
            <a:r>
              <a:rPr lang="it-IT" dirty="0" err="1"/>
              <a:t>kmeans</a:t>
            </a:r>
            <a:r>
              <a:rPr lang="it-IT" dirty="0"/>
              <a:t>» in MATLAB)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Vediamo il codice…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Analizziamo quanto è stato efficiente il processo tramite «</a:t>
            </a:r>
            <a:r>
              <a:rPr lang="it-IT" dirty="0" err="1"/>
              <a:t>statistiche.m</a:t>
            </a:r>
            <a:r>
              <a:rPr lang="it-IT" dirty="0"/>
              <a:t>»…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Visualizziamo graficamente i fenomeni grazie a «</a:t>
            </a:r>
            <a:r>
              <a:rPr lang="it-IT" dirty="0" err="1"/>
              <a:t>visualizza_dati.m</a:t>
            </a:r>
            <a:r>
              <a:rPr lang="it-IT" dirty="0"/>
              <a:t>»…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/>
          </a:p>
        </p:txBody>
      </p:sp>
      <p:pic>
        <p:nvPicPr>
          <p:cNvPr id="10" name="Immagine 9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E5412D9F-9446-DBFC-7793-BC53037B28F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078" b="64193"/>
          <a:stretch>
            <a:fillRect/>
          </a:stretch>
        </p:blipFill>
        <p:spPr>
          <a:xfrm>
            <a:off x="9105931" y="4402319"/>
            <a:ext cx="3086069" cy="2455682"/>
          </a:xfrm>
          <a:prstGeom prst="rect">
            <a:avLst/>
          </a:prstGeom>
        </p:spPr>
      </p:pic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9D842A14-C6E4-7B95-25F2-48696E9B0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18182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CFBF-7CF0-9E69-6D42-764024DBC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0F0FBC4B-F117-E89A-EAF9-BEB361944B9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078" b="64193"/>
          <a:stretch>
            <a:fillRect/>
          </a:stretch>
        </p:blipFill>
        <p:spPr>
          <a:xfrm>
            <a:off x="9105931" y="4402319"/>
            <a:ext cx="3086069" cy="245568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02FD85A-4EBD-1C33-7FAF-777AC62DF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it-IT"/>
            </a:defPPr>
          </a:lstStyle>
          <a:p>
            <a:pPr rtl="0"/>
            <a:r>
              <a:rPr lang="it-IT" dirty="0"/>
              <a:t>solutore_sliding.m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E31286BA-039E-BC33-0324-C6501E79869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550861" y="1216058"/>
                <a:ext cx="9398002" cy="5445042"/>
              </a:xfrm>
            </p:spPr>
            <p:txBody>
              <a:bodyPr>
                <a:normAutofit fontScale="92500" lnSpcReduction="10000"/>
              </a:bodyPr>
              <a:lstStyle/>
              <a:p>
                <a:pPr marL="285750" indent="-285750">
                  <a:spcAft>
                    <a:spcPts val="200"/>
                  </a:spcAft>
                  <a:buFont typeface="Arial" panose="020B0604020202020204" pitchFamily="34" charset="0"/>
                  <a:buChar char="•"/>
                </a:pPr>
                <a:r>
                  <a:rPr lang="it-IT" dirty="0"/>
                  <a:t>Risolve sempre il problema 2, con la stessa logica di base, ma in maniera più robusta</a:t>
                </a:r>
              </a:p>
              <a:p>
                <a:pPr marL="285750" indent="-285750">
                  <a:spcAft>
                    <a:spcPts val="200"/>
                  </a:spcAft>
                  <a:buFont typeface="Arial" panose="020B0604020202020204" pitchFamily="34" charset="0"/>
                  <a:buChar char="•"/>
                </a:pPr>
                <a:r>
                  <a:rPr lang="it-IT" dirty="0"/>
                  <a:t>Migliore gestione del rumore:</a:t>
                </a:r>
              </a:p>
              <a:p>
                <a:pPr marL="684000" lvl="1" indent="-285750">
                  <a:spcAft>
                    <a:spcPts val="200"/>
                  </a:spcAft>
                  <a:buFont typeface="Courier New" panose="02070309020205020404" pitchFamily="49" charset="0"/>
                  <a:buChar char="o"/>
                </a:pPr>
                <a:r>
                  <a:rPr lang="it-IT" dirty="0"/>
                  <a:t>Il precedente codice calcolava la derivata guardando solo due istanti consecutivi </a:t>
                </a:r>
                <a:r>
                  <a:rPr lang="it-IT" dirty="0">
                    <a:sym typeface="Wingdings" panose="05000000000000000000" pitchFamily="2" charset="2"/>
                  </a:rPr>
                  <a:t> derivata </a:t>
                </a:r>
                <a:r>
                  <a:rPr lang="it-IT" dirty="0"/>
                  <a:t>molto sensibile al rumore</a:t>
                </a:r>
              </a:p>
              <a:p>
                <a:pPr marL="684000" lvl="1" indent="-285750">
                  <a:spcAft>
                    <a:spcPts val="200"/>
                  </a:spcAft>
                  <a:buFont typeface="Courier New" panose="02070309020205020404" pitchFamily="49" charset="0"/>
                  <a:buChar char="o"/>
                </a:pPr>
                <a:r>
                  <a:rPr lang="it-IT" dirty="0"/>
                  <a:t>Il nuovo codice prende in esame una finestra temporale, in cui esegue una regressione lineare per trovare la pendenza media </a:t>
                </a:r>
                <a:r>
                  <a:rPr lang="it-IT" dirty="0">
                    <a:sym typeface="Wingdings" panose="05000000000000000000" pitchFamily="2" charset="2"/>
                  </a:rPr>
                  <a:t> derivata molto più stabile</a:t>
                </a:r>
              </a:p>
              <a:p>
                <a:pPr marL="285750" indent="-285750">
                  <a:spcAft>
                    <a:spcPts val="200"/>
                  </a:spcAft>
                  <a:buFont typeface="Arial" panose="020B0604020202020204" pitchFamily="34" charset="0"/>
                  <a:buChar char="•"/>
                </a:pPr>
                <a:r>
                  <a:rPr lang="it-IT" dirty="0">
                    <a:sym typeface="Wingdings" panose="05000000000000000000" pitchFamily="2" charset="2"/>
                  </a:rPr>
                  <a:t>Costruzione della </a:t>
                </a:r>
                <a:r>
                  <a:rPr lang="it-IT" dirty="0" err="1">
                    <a:sym typeface="Wingdings" panose="05000000000000000000" pitchFamily="2" charset="2"/>
                  </a:rPr>
                  <a:t>cell</a:t>
                </a:r>
                <a:r>
                  <a:rPr lang="it-IT" dirty="0">
                    <a:sym typeface="Wingdings" panose="05000000000000000000" pitchFamily="2" charset="2"/>
                  </a:rPr>
                  <a:t> «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𝑈</m:t>
                    </m:r>
                  </m:oMath>
                </a14:m>
                <a:r>
                  <a:rPr lang="it-IT" dirty="0">
                    <a:sym typeface="Wingdings" panose="05000000000000000000" pitchFamily="2" charset="2"/>
                  </a:rPr>
                  <a:t>»:</a:t>
                </a:r>
              </a:p>
              <a:p>
                <a:pPr marL="684000" lvl="1" indent="-285750">
                  <a:spcAft>
                    <a:spcPts val="200"/>
                  </a:spcAft>
                  <a:buFont typeface="Courier New" panose="02070309020205020404" pitchFamily="49" charset="0"/>
                  <a:buChar char="o"/>
                </a:pPr>
                <a:r>
                  <a:rPr lang="it-IT" dirty="0"/>
                  <a:t>Il precedente codice concatenava gli snapshot dei singoli istanti (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{1}, 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{2}, 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{3}, …</m:t>
                    </m:r>
                  </m:oMath>
                </a14:m>
                <a:r>
                  <a:rPr lang="it-IT" dirty="0"/>
                  <a:t>)</a:t>
                </a:r>
              </a:p>
              <a:p>
                <a:pPr marL="684000" lvl="1" indent="-285750">
                  <a:spcAft>
                    <a:spcPts val="200"/>
                  </a:spcAft>
                  <a:buFont typeface="Courier New" panose="02070309020205020404" pitchFamily="49" charset="0"/>
                  <a:buChar char="o"/>
                </a:pPr>
                <a:r>
                  <a:rPr lang="it-IT" dirty="0"/>
                  <a:t>Il nuovo codice concatena i risultati delle finestre, estraendo media delle temperature e velocità di variazione calcolata con la regressione</a:t>
                </a:r>
              </a:p>
              <a:p>
                <a:pPr marL="285750" indent="-285750">
                  <a:spcAft>
                    <a:spcPts val="200"/>
                  </a:spcAft>
                  <a:buFont typeface="Arial" panose="020B0604020202020204" pitchFamily="34" charset="0"/>
                  <a:buChar char="•"/>
                </a:pPr>
                <a:r>
                  <a:rPr lang="it-IT" dirty="0"/>
                  <a:t>Le derivate vengono calcolate per ogni finestra subito, prima ancora di sapere i coefficienti di «c».</a:t>
                </a:r>
              </a:p>
              <a:p>
                <a:pPr marL="285750" indent="-285750">
                  <a:spcAft>
                    <a:spcPts val="200"/>
                  </a:spcAft>
                  <a:buFont typeface="Arial" panose="020B0604020202020204" pitchFamily="34" charset="0"/>
                  <a:buChar char="•"/>
                </a:pPr>
                <a:r>
                  <a:rPr lang="it-IT" dirty="0"/>
                  <a:t>«c» viene calcolato basandosi sugli stati medi.</a:t>
                </a:r>
              </a:p>
              <a:p>
                <a:pPr marL="285750" indent="-285750">
                  <a:spcAft>
                    <a:spcPts val="200"/>
                  </a:spcAft>
                  <a:buFont typeface="Arial" panose="020B0604020202020204" pitchFamily="34" charset="0"/>
                  <a:buChar char="•"/>
                </a:pPr>
                <a:r>
                  <a:rPr lang="it-IT" dirty="0"/>
                  <a:t>Vediamo il codice…</a:t>
                </a:r>
              </a:p>
              <a:p>
                <a:pPr marL="285750" indent="-285750">
                  <a:spcAft>
                    <a:spcPts val="200"/>
                  </a:spcAft>
                  <a:buFont typeface="Arial" panose="020B0604020202020204" pitchFamily="34" charset="0"/>
                  <a:buChar char="•"/>
                </a:pPr>
                <a:r>
                  <a:rPr lang="it-IT" dirty="0"/>
                  <a:t>Analizziamo quanto è stato efficiente il processo tramite «</a:t>
                </a:r>
                <a:r>
                  <a:rPr lang="it-IT" dirty="0" err="1"/>
                  <a:t>statistiche.m</a:t>
                </a:r>
                <a:r>
                  <a:rPr lang="it-IT" dirty="0"/>
                  <a:t>»…</a:t>
                </a:r>
              </a:p>
              <a:p>
                <a:pPr marL="285750" indent="-285750">
                  <a:spcAft>
                    <a:spcPts val="200"/>
                  </a:spcAft>
                  <a:buFont typeface="Arial" panose="020B0604020202020204" pitchFamily="34" charset="0"/>
                  <a:buChar char="•"/>
                </a:pPr>
                <a:r>
                  <a:rPr lang="it-IT" dirty="0"/>
                  <a:t>Visualizziamo graficamente i fenomeni grazie a «</a:t>
                </a:r>
                <a:r>
                  <a:rPr lang="it-IT" dirty="0" err="1"/>
                  <a:t>visualizza_dati.m</a:t>
                </a:r>
                <a:r>
                  <a:rPr lang="it-IT" dirty="0"/>
                  <a:t>»…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it-IT" dirty="0"/>
              </a:p>
            </p:txBody>
          </p:sp>
        </mc:Choice>
        <mc:Fallback xmlns="">
          <p:sp>
            <p:nvSpPr>
              <p:cNvPr id="4" name="Segnaposto contenuto 3">
                <a:extLst>
                  <a:ext uri="{FF2B5EF4-FFF2-40B4-BE49-F238E27FC236}">
                    <a16:creationId xmlns:a16="http://schemas.microsoft.com/office/drawing/2014/main" id="{E31286BA-039E-BC33-0324-C6501E7986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550861" y="1216058"/>
                <a:ext cx="9398002" cy="5445042"/>
              </a:xfrm>
              <a:blipFill>
                <a:blip r:embed="rId4"/>
                <a:stretch>
                  <a:fillRect l="-1297" t="-1230" r="-58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2F04848D-0492-FCAA-B0BF-22DB6B855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9547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0D538-DC69-C56E-31A5-043940884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FCA32896-C7DE-E045-54D1-E55C944C4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4045464"/>
            <a:ext cx="11115355" cy="2286000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 dirty="0"/>
              <a:t>Considerazioni finali</a:t>
            </a:r>
          </a:p>
        </p:txBody>
      </p:sp>
      <p:pic>
        <p:nvPicPr>
          <p:cNvPr id="11" name="Segnaposto immagine 15" descr="Sfondo digitale con punti dati">
            <a:extLst>
              <a:ext uri="{FF2B5EF4-FFF2-40B4-BE49-F238E27FC236}">
                <a16:creationId xmlns:a16="http://schemas.microsoft.com/office/drawing/2014/main" id="{A4CC2CC5-C61C-50D9-6FED-F7FC8BEFA29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4594"/>
            <a:ext cx="12192000" cy="3771878"/>
          </a:xfrm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710456B8-CEBF-7010-87CD-D9DB316CD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03229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55AB-7E99-3094-F03B-260E9CF2A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CE07FE-1368-C8AE-329B-6BEDE8A40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60961"/>
            <a:ext cx="11090275" cy="1186560"/>
          </a:xfrm>
          <a:noFill/>
        </p:spPr>
        <p:txBody>
          <a:bodyPr rtlCol="0" anchor="t"/>
          <a:lstStyle>
            <a:defPPr>
              <a:defRPr lang="it-IT"/>
            </a:defPPr>
          </a:lstStyle>
          <a:p>
            <a:pPr rtl="0"/>
            <a:r>
              <a:rPr lang="it-IT" dirty="0"/>
              <a:t>Considerazioni finali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A700255-469E-CCEA-7500-B2D3F066E5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1" y="1917064"/>
            <a:ext cx="8970211" cy="4297679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Come esplicitato su Moodle, era possibile contattare il prof. Piazzon per suggerimenti e dubbi </a:t>
            </a:r>
            <a:r>
              <a:rPr lang="it-IT" dirty="0">
                <a:sym typeface="Wingdings" panose="05000000000000000000" pitchFamily="2" charset="2"/>
              </a:rPr>
              <a:t> «solutore_sliding.m» perché ci interessava migliorare «solutore_2.m»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ym typeface="Wingdings" panose="05000000000000000000" pitchFamily="2" charset="2"/>
              </a:rPr>
              <a:t>Scelta di questo specifico progetto dovuta a:</a:t>
            </a:r>
          </a:p>
          <a:p>
            <a:pPr marL="684000" lvl="1" indent="-285750">
              <a:buFont typeface="Courier New" panose="02070309020205020404" pitchFamily="49" charset="0"/>
              <a:buChar char="o"/>
            </a:pPr>
            <a:r>
              <a:rPr lang="it-IT" dirty="0">
                <a:sym typeface="Wingdings" panose="05000000000000000000" pitchFamily="2" charset="2"/>
              </a:rPr>
              <a:t>Conoscenze pregresse sui grafi dal Corso del Primo Anno «Algebra e Matematica Discreta»</a:t>
            </a:r>
          </a:p>
          <a:p>
            <a:pPr marL="684000" lvl="1" indent="-285750">
              <a:buFont typeface="Courier New" panose="02070309020205020404" pitchFamily="49" charset="0"/>
              <a:buChar char="o"/>
            </a:pPr>
            <a:r>
              <a:rPr lang="it-IT" dirty="0">
                <a:sym typeface="Wingdings" panose="05000000000000000000" pitchFamily="2" charset="2"/>
              </a:rPr>
              <a:t>Progetto più interessante di tutti (a nostro parere)</a:t>
            </a:r>
          </a:p>
          <a:p>
            <a:pPr marL="684000" lvl="1" indent="-285750">
              <a:buFont typeface="Courier New" panose="02070309020205020404" pitchFamily="49" charset="0"/>
              <a:buChar char="o"/>
            </a:pPr>
            <a:r>
              <a:rPr lang="it-IT" dirty="0">
                <a:sym typeface="Wingdings" panose="05000000000000000000" pitchFamily="2" charset="2"/>
              </a:rPr>
              <a:t>Ambizioni future</a:t>
            </a:r>
          </a:p>
        </p:txBody>
      </p:sp>
      <p:pic>
        <p:nvPicPr>
          <p:cNvPr id="10" name="Immagine 9" descr="Immagine che contiene schizzo, arte, disegno, cerchio&#10;&#10;Il contenuto generato dall'IA potrebbe non essere corretto.">
            <a:extLst>
              <a:ext uri="{FF2B5EF4-FFF2-40B4-BE49-F238E27FC236}">
                <a16:creationId xmlns:a16="http://schemas.microsoft.com/office/drawing/2014/main" id="{EF7D5D47-DC4C-A7E8-15D6-77089AE69E0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078" b="64193"/>
          <a:stretch>
            <a:fillRect/>
          </a:stretch>
        </p:blipFill>
        <p:spPr>
          <a:xfrm>
            <a:off x="9105931" y="4402319"/>
            <a:ext cx="3086069" cy="2455682"/>
          </a:xfrm>
          <a:prstGeom prst="rect">
            <a:avLst/>
          </a:prstGeom>
        </p:spPr>
      </p:pic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7CFD551A-522C-D81C-AC7D-C2F8E5F4A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617896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F80EA-C317-6CDA-BF32-B9E2A30EC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immagine 7" descr="Sfondo digitale con punti dati">
            <a:extLst>
              <a:ext uri="{FF2B5EF4-FFF2-40B4-BE49-F238E27FC236}">
                <a16:creationId xmlns:a16="http://schemas.microsoft.com/office/drawing/2014/main" id="{D3D2B4EC-D59F-0D9C-278B-65485788C17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alphaModFix amt="4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olo 6">
            <a:extLst>
              <a:ext uri="{FF2B5EF4-FFF2-40B4-BE49-F238E27FC236}">
                <a16:creationId xmlns:a16="http://schemas.microsoft.com/office/drawing/2014/main" id="{875A7F9D-5FD0-6493-D34E-E1A72456F5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28969"/>
            <a:ext cx="9144000" cy="700031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sz="6600" dirty="0"/>
              <a:t>FINE</a:t>
            </a:r>
          </a:p>
        </p:txBody>
      </p:sp>
      <p:sp>
        <p:nvSpPr>
          <p:cNvPr id="8" name="Sottotitolo 7">
            <a:extLst>
              <a:ext uri="{FF2B5EF4-FFF2-40B4-BE49-F238E27FC236}">
                <a16:creationId xmlns:a16="http://schemas.microsoft.com/office/drawing/2014/main" id="{2DA60098-177C-2B0A-2C27-1AC712A59E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0"/>
            <a:ext cx="9144000" cy="346068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sz="3600" dirty="0"/>
              <a:t>Grazie dell’attenzione!</a:t>
            </a:r>
          </a:p>
        </p:txBody>
      </p:sp>
    </p:spTree>
    <p:extLst>
      <p:ext uri="{BB962C8B-B14F-4D97-AF65-F5344CB8AC3E}">
        <p14:creationId xmlns:p14="http://schemas.microsoft.com/office/powerpoint/2010/main" val="2182092091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Walbaum Display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251_TF33713516_Win32" id="{18E7266F-96A5-45BC-8F75-28F2B348725F}" vid="{DE50EE8B-DC84-4D58-B6DF-908844BA4D2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97783A8-901D-4F73-81D7-AA6841BEB3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F342EE1-43E5-4AFB-895D-B61B9656DC14}">
  <ds:schemaRefs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schemas.microsoft.com/sharepoint/v3"/>
    <ds:schemaRef ds:uri="http://purl.org/dc/dcmitype/"/>
    <ds:schemaRef ds:uri="http://purl.org/dc/terms/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2F49CD38-5B57-4682-9FCE-B9174068D0A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{2582E26A-428E-4B19-8C4A-C4E304D779BF}TF7eddf224-c89c-478f-8f2f-bfb0868921695cb997b2_win32-729db0ef1259</Template>
  <TotalTime>324</TotalTime>
  <Words>1327</Words>
  <Application>Microsoft Office PowerPoint</Application>
  <PresentationFormat>Widescreen</PresentationFormat>
  <Paragraphs>142</Paragraphs>
  <Slides>21</Slides>
  <Notes>21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9" baseType="lpstr">
      <vt:lpstr>Arial</vt:lpstr>
      <vt:lpstr>Calibri</vt:lpstr>
      <vt:lpstr>Cambria Math</vt:lpstr>
      <vt:lpstr>Courier New</vt:lpstr>
      <vt:lpstr>Gill Sans MT</vt:lpstr>
      <vt:lpstr>Walbaum Display</vt:lpstr>
      <vt:lpstr>Wingdings</vt:lpstr>
      <vt:lpstr>3DFloatVTI</vt:lpstr>
      <vt:lpstr>Presentazione progetto Calcolo Numerico  Gruppo: Paduret Alessandro, Singh Alex, Stupu David, Valente Ivan   A.A. 2025-2026   Corso di Laurea Triennale Informatica Dipartimento di Matematica, Scuola di Scienze   4 febbraio 2026</vt:lpstr>
      <vt:lpstr>PROGETTO 7 (AVANZATO): RICOSTRUZIONE DI UN GRAFO TOPOLOGICO DA MISURAZIONI DELLA DIFFUSIONE</vt:lpstr>
      <vt:lpstr>Sommario</vt:lpstr>
      <vt:lpstr>Contesto teorico e scopo del progetto</vt:lpstr>
      <vt:lpstr>Contesto: Laplaciano</vt:lpstr>
      <vt:lpstr>Contesto: Equazione del calore</vt:lpstr>
      <vt:lpstr>Contesto: Diffusione su un grafo</vt:lpstr>
      <vt:lpstr>Contesto: Diffusione su un grafo</vt:lpstr>
      <vt:lpstr>Scopo del progetto: Ricostruzione di un grafo</vt:lpstr>
      <vt:lpstr>Inizializzazione</vt:lpstr>
      <vt:lpstr>buildsyntheticdata.m</vt:lpstr>
      <vt:lpstr>Problema 1: dati diffusivi sovrabbondanti</vt:lpstr>
      <vt:lpstr>Spiegazione del problema</vt:lpstr>
      <vt:lpstr>solutore_1.m</vt:lpstr>
      <vt:lpstr>Problema 2: dati diffusivi lacunosi</vt:lpstr>
      <vt:lpstr>Spiegazione del problema</vt:lpstr>
      <vt:lpstr>solutore_2.m</vt:lpstr>
      <vt:lpstr>solutore_sliding.m</vt:lpstr>
      <vt:lpstr>Considerazioni finali</vt:lpstr>
      <vt:lpstr>Considerazioni finali</vt:lpstr>
      <vt:lpstr>FINE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Valente UniPD</dc:creator>
  <cp:lastModifiedBy>Ivan Valente UniPD</cp:lastModifiedBy>
  <cp:revision>1</cp:revision>
  <dcterms:created xsi:type="dcterms:W3CDTF">2026-02-02T10:18:06Z</dcterms:created>
  <dcterms:modified xsi:type="dcterms:W3CDTF">2026-02-03T11:25:36Z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