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6"/>
  </p:notesMasterIdLst>
  <p:handoutMasterIdLst>
    <p:handoutMasterId r:id="rId27"/>
  </p:handoutMasterIdLst>
  <p:sldIdLst>
    <p:sldId id="278" r:id="rId5"/>
    <p:sldId id="285" r:id="rId6"/>
    <p:sldId id="282" r:id="rId7"/>
    <p:sldId id="271" r:id="rId8"/>
    <p:sldId id="296" r:id="rId9"/>
    <p:sldId id="311" r:id="rId10"/>
    <p:sldId id="312" r:id="rId11"/>
    <p:sldId id="313" r:id="rId12"/>
    <p:sldId id="314" r:id="rId13"/>
    <p:sldId id="297" r:id="rId14"/>
    <p:sldId id="298" r:id="rId15"/>
    <p:sldId id="299" r:id="rId16"/>
    <p:sldId id="306" r:id="rId17"/>
    <p:sldId id="301" r:id="rId18"/>
    <p:sldId id="302" r:id="rId19"/>
    <p:sldId id="303" r:id="rId20"/>
    <p:sldId id="304" r:id="rId21"/>
    <p:sldId id="307" r:id="rId22"/>
    <p:sldId id="308" r:id="rId23"/>
    <p:sldId id="309" r:id="rId24"/>
    <p:sldId id="305" r:id="rId25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pertina" id="{1F421A04-5BFC-4172-96EB-2540C69CE41B}">
          <p14:sldIdLst>
            <p14:sldId id="278"/>
          </p14:sldIdLst>
        </p14:section>
        <p14:section name="Progetto scelto" id="{1E664024-1233-49A8-96AC-E0C1088F0E0F}">
          <p14:sldIdLst>
            <p14:sldId id="285"/>
          </p14:sldIdLst>
        </p14:section>
        <p14:section name="Sommario" id="{513C1281-B834-48D1-9FB4-7FFFC8372859}">
          <p14:sldIdLst>
            <p14:sldId id="282"/>
          </p14:sldIdLst>
        </p14:section>
        <p14:section name="Contesto teorico e scopo del progetto" id="{41EC7878-BA32-4688-B834-9CB5D797726F}">
          <p14:sldIdLst>
            <p14:sldId id="271"/>
            <p14:sldId id="296"/>
            <p14:sldId id="311"/>
            <p14:sldId id="312"/>
            <p14:sldId id="313"/>
            <p14:sldId id="314"/>
          </p14:sldIdLst>
        </p14:section>
        <p14:section name="Inizializzazione" id="{8FC0DA3E-F5E6-4939-96F4-DECE1E330336}">
          <p14:sldIdLst>
            <p14:sldId id="297"/>
            <p14:sldId id="298"/>
          </p14:sldIdLst>
        </p14:section>
        <p14:section name="Problema 1: dati diffusivi sovrabbondanti" id="{353F6827-CAD7-4DD5-AEB3-58474DEF889D}">
          <p14:sldIdLst>
            <p14:sldId id="299"/>
            <p14:sldId id="306"/>
            <p14:sldId id="301"/>
          </p14:sldIdLst>
        </p14:section>
        <p14:section name="Problema 2: dati diffusivi lacunosi" id="{158E8926-6ABB-4C28-BA4B-A2216F14C482}">
          <p14:sldIdLst>
            <p14:sldId id="302"/>
            <p14:sldId id="303"/>
            <p14:sldId id="304"/>
            <p14:sldId id="307"/>
          </p14:sldIdLst>
        </p14:section>
        <p14:section name="Considerazioni finali" id="{32AF40E9-28AF-417C-A464-DBC17094C5AD}">
          <p14:sldIdLst>
            <p14:sldId id="308"/>
            <p14:sldId id="309"/>
          </p14:sldIdLst>
        </p14:section>
        <p14:section name="Chiusura" id="{F794CA2D-5077-45C9-944E-3A8D15D46A56}">
          <p14:sldIdLst>
            <p14:sldId id="305"/>
          </p14:sldIdLst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01B351-73C2-4F05-AFC5-248BEDEA7CC9}" v="1" dt="2026-02-03T11:25:26.591"/>
    <p1510:client id="{9B9A0C03-7DB8-443D-8E21-FB0C3447CA84}" v="522" dt="2026-02-04T11:23:52.316"/>
  </p1510:revLst>
</p1510:revInfo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4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Valente UniPD" userId="a3a233bfc287bebe" providerId="LiveId" clId="{EED242D9-B7F2-406C-AB1E-E95D76329280}"/>
    <pc:docChg chg="undo custSel addSld delSld modSld sldOrd modMainMaster">
      <pc:chgData name="Ivan Valente UniPD" userId="a3a233bfc287bebe" providerId="LiveId" clId="{EED242D9-B7F2-406C-AB1E-E95D76329280}" dt="2026-02-02T15:42:47.697" v="5860" actId="27636"/>
      <pc:docMkLst>
        <pc:docMk/>
      </pc:docMkLst>
      <pc:sldChg chg="modSp mod">
        <pc:chgData name="Ivan Valente UniPD" userId="a3a233bfc287bebe" providerId="LiveId" clId="{EED242D9-B7F2-406C-AB1E-E95D76329280}" dt="2026-02-02T10:37:57.522" v="262"/>
        <pc:sldMkLst>
          <pc:docMk/>
          <pc:sldMk cId="1839748091" sldId="271"/>
        </pc:sldMkLst>
        <pc:spChg chg="mod">
          <ac:chgData name="Ivan Valente UniPD" userId="a3a233bfc287bebe" providerId="LiveId" clId="{EED242D9-B7F2-406C-AB1E-E95D76329280}" dt="2026-02-02T10:37:57.522" v="262"/>
          <ac:spMkLst>
            <pc:docMk/>
            <pc:sldMk cId="1839748091" sldId="271"/>
            <ac:spMk id="3" creationId="{A0034E89-1952-5288-08A0-70A4A73BE39E}"/>
          </ac:spMkLst>
        </pc:spChg>
      </pc:sldChg>
      <pc:sldChg chg="modSp mod">
        <pc:chgData name="Ivan Valente UniPD" userId="a3a233bfc287bebe" providerId="LiveId" clId="{EED242D9-B7F2-406C-AB1E-E95D76329280}" dt="2026-02-02T14:51:46.304" v="5376" actId="20577"/>
        <pc:sldMkLst>
          <pc:docMk/>
          <pc:sldMk cId="2803092014" sldId="278"/>
        </pc:sldMkLst>
        <pc:spChg chg="mod">
          <ac:chgData name="Ivan Valente UniPD" userId="a3a233bfc287bebe" providerId="LiveId" clId="{EED242D9-B7F2-406C-AB1E-E95D76329280}" dt="2026-02-02T14:51:46.304" v="5376" actId="20577"/>
          <ac:spMkLst>
            <pc:docMk/>
            <pc:sldMk cId="2803092014" sldId="278"/>
            <ac:spMk id="4" creationId="{10047101-8D42-6100-9CEA-AEC0FAEAB606}"/>
          </ac:spMkLst>
        </pc:spChg>
      </pc:sldChg>
      <pc:sldChg chg="addSp modSp mod">
        <pc:chgData name="Ivan Valente UniPD" userId="a3a233bfc287bebe" providerId="LiveId" clId="{EED242D9-B7F2-406C-AB1E-E95D76329280}" dt="2026-02-02T10:35:06.688" v="254" actId="1076"/>
        <pc:sldMkLst>
          <pc:docMk/>
          <pc:sldMk cId="2665045518" sldId="282"/>
        </pc:sldMkLst>
        <pc:spChg chg="mod">
          <ac:chgData name="Ivan Valente UniPD" userId="a3a233bfc287bebe" providerId="LiveId" clId="{EED242D9-B7F2-406C-AB1E-E95D76329280}" dt="2026-02-02T10:29:37.660" v="171"/>
          <ac:spMkLst>
            <pc:docMk/>
            <pc:sldMk cId="2665045518" sldId="282"/>
            <ac:spMk id="3" creationId="{1ABCA07C-1908-B1EB-82FA-EC63DAAF4CF4}"/>
          </ac:spMkLst>
        </pc:spChg>
        <pc:picChg chg="add mod modCrop">
          <ac:chgData name="Ivan Valente UniPD" userId="a3a233bfc287bebe" providerId="LiveId" clId="{EED242D9-B7F2-406C-AB1E-E95D76329280}" dt="2026-02-02T10:35:06.688" v="254" actId="1076"/>
          <ac:picMkLst>
            <pc:docMk/>
            <pc:sldMk cId="2665045518" sldId="282"/>
            <ac:picMk id="4" creationId="{F18BFF32-DA95-1DCD-610A-B72E60BDB698}"/>
          </ac:picMkLst>
        </pc:picChg>
      </pc:sldChg>
      <pc:sldChg chg="delSp modSp mod">
        <pc:chgData name="Ivan Valente UniPD" userId="a3a233bfc287bebe" providerId="LiveId" clId="{EED242D9-B7F2-406C-AB1E-E95D76329280}" dt="2026-02-02T10:37:16.665" v="259" actId="478"/>
        <pc:sldMkLst>
          <pc:docMk/>
          <pc:sldMk cId="2855514139" sldId="285"/>
        </pc:sldMkLst>
      </pc:sldChg>
      <pc:sldChg chg="addSp delSp modSp mod">
        <pc:chgData name="Ivan Valente UniPD" userId="a3a233bfc287bebe" providerId="LiveId" clId="{EED242D9-B7F2-406C-AB1E-E95D76329280}" dt="2026-02-02T11:09:49.954" v="892" actId="14100"/>
        <pc:sldMkLst>
          <pc:docMk/>
          <pc:sldMk cId="849465297" sldId="291"/>
        </pc:sldMkLst>
        <pc:spChg chg="mod">
          <ac:chgData name="Ivan Valente UniPD" userId="a3a233bfc287bebe" providerId="LiveId" clId="{EED242D9-B7F2-406C-AB1E-E95D76329280}" dt="2026-02-02T10:39:14.370" v="294" actId="20577"/>
          <ac:spMkLst>
            <pc:docMk/>
            <pc:sldMk cId="849465297" sldId="291"/>
            <ac:spMk id="2" creationId="{D1FC59F6-9B22-C211-4B4C-A2FD4B914C46}"/>
          </ac:spMkLst>
        </pc:spChg>
        <pc:spChg chg="add del mod">
          <ac:chgData name="Ivan Valente UniPD" userId="a3a233bfc287bebe" providerId="LiveId" clId="{EED242D9-B7F2-406C-AB1E-E95D76329280}" dt="2026-02-02T11:09:49.954" v="892" actId="14100"/>
          <ac:spMkLst>
            <pc:docMk/>
            <pc:sldMk cId="849465297" sldId="291"/>
            <ac:spMk id="4" creationId="{04304DE3-2D64-1E41-524C-88DBC9130F7B}"/>
          </ac:spMkLst>
        </pc:spChg>
        <pc:spChg chg="add mod">
          <ac:chgData name="Ivan Valente UniPD" userId="a3a233bfc287bebe" providerId="LiveId" clId="{EED242D9-B7F2-406C-AB1E-E95D76329280}" dt="2026-02-02T11:09:43.202" v="890" actId="1076"/>
          <ac:spMkLst>
            <pc:docMk/>
            <pc:sldMk cId="849465297" sldId="291"/>
            <ac:spMk id="14" creationId="{DF14A0A3-5DD1-117F-66FD-C4A6E63B1429}"/>
          </ac:spMkLst>
        </pc:spChg>
        <pc:picChg chg="add mod modCrop">
          <ac:chgData name="Ivan Valente UniPD" userId="a3a233bfc287bebe" providerId="LiveId" clId="{EED242D9-B7F2-406C-AB1E-E95D76329280}" dt="2026-02-02T10:33:29.921" v="236" actId="732"/>
          <ac:picMkLst>
            <pc:docMk/>
            <pc:sldMk cId="849465297" sldId="291"/>
            <ac:picMk id="10" creationId="{37897BD6-1596-87E5-7571-53666B6A3733}"/>
          </ac:picMkLst>
        </pc:picChg>
      </pc:sldChg>
      <pc:sldChg chg="addSp delSp modSp add mod">
        <pc:chgData name="Ivan Valente UniPD" userId="a3a233bfc287bebe" providerId="LiveId" clId="{EED242D9-B7F2-406C-AB1E-E95D76329280}" dt="2026-02-02T11:08:40.266" v="888" actId="1076"/>
        <pc:sldMkLst>
          <pc:docMk/>
          <pc:sldMk cId="3729409598" sldId="293"/>
        </pc:sldMkLst>
        <pc:spChg chg="mod">
          <ac:chgData name="Ivan Valente UniPD" userId="a3a233bfc287bebe" providerId="LiveId" clId="{EED242D9-B7F2-406C-AB1E-E95D76329280}" dt="2026-02-02T10:48:03.602" v="468" actId="20577"/>
          <ac:spMkLst>
            <pc:docMk/>
            <pc:sldMk cId="3729409598" sldId="293"/>
            <ac:spMk id="2" creationId="{23F120DC-47C4-751E-5AB8-9718009D6E57}"/>
          </ac:spMkLst>
        </pc:spChg>
        <pc:spChg chg="mod">
          <ac:chgData name="Ivan Valente UniPD" userId="a3a233bfc287bebe" providerId="LiveId" clId="{EED242D9-B7F2-406C-AB1E-E95D76329280}" dt="2026-02-02T11:08:34.111" v="886" actId="27636"/>
          <ac:spMkLst>
            <pc:docMk/>
            <pc:sldMk cId="3729409598" sldId="293"/>
            <ac:spMk id="4" creationId="{DE49AFF4-A59E-0629-DD15-8539A59358CC}"/>
          </ac:spMkLst>
        </pc:spChg>
        <pc:picChg chg="add del mod">
          <ac:chgData name="Ivan Valente UniPD" userId="a3a233bfc287bebe" providerId="LiveId" clId="{EED242D9-B7F2-406C-AB1E-E95D76329280}" dt="2026-02-02T11:08:40.266" v="888" actId="1076"/>
          <ac:picMkLst>
            <pc:docMk/>
            <pc:sldMk cId="3729409598" sldId="293"/>
            <ac:picMk id="7" creationId="{9C4BEF6E-77DA-B4C6-9854-251714C269FE}"/>
          </ac:picMkLst>
        </pc:picChg>
      </pc:sldChg>
      <pc:sldChg chg="addSp delSp modSp add mod">
        <pc:chgData name="Ivan Valente UniPD" userId="a3a233bfc287bebe" providerId="LiveId" clId="{EED242D9-B7F2-406C-AB1E-E95D76329280}" dt="2026-02-02T11:32:11.939" v="1232" actId="1076"/>
        <pc:sldMkLst>
          <pc:docMk/>
          <pc:sldMk cId="2620810767" sldId="294"/>
        </pc:sldMkLst>
        <pc:spChg chg="mod">
          <ac:chgData name="Ivan Valente UniPD" userId="a3a233bfc287bebe" providerId="LiveId" clId="{EED242D9-B7F2-406C-AB1E-E95D76329280}" dt="2026-02-02T11:13:31.218" v="989" actId="20577"/>
          <ac:spMkLst>
            <pc:docMk/>
            <pc:sldMk cId="2620810767" sldId="294"/>
            <ac:spMk id="2" creationId="{4BCB0D6A-B5FB-56A6-0780-1271D204F0BF}"/>
          </ac:spMkLst>
        </pc:spChg>
        <pc:spChg chg="mod">
          <ac:chgData name="Ivan Valente UniPD" userId="a3a233bfc287bebe" providerId="LiveId" clId="{EED242D9-B7F2-406C-AB1E-E95D76329280}" dt="2026-02-02T11:32:06.499" v="1231" actId="20577"/>
          <ac:spMkLst>
            <pc:docMk/>
            <pc:sldMk cId="2620810767" sldId="294"/>
            <ac:spMk id="4" creationId="{6E2A9576-AFC4-7EDB-2597-1A9B04469440}"/>
          </ac:spMkLst>
        </pc:spChg>
        <pc:picChg chg="add mod">
          <ac:chgData name="Ivan Valente UniPD" userId="a3a233bfc287bebe" providerId="LiveId" clId="{EED242D9-B7F2-406C-AB1E-E95D76329280}" dt="2026-02-02T11:32:11.939" v="1232" actId="1076"/>
          <ac:picMkLst>
            <pc:docMk/>
            <pc:sldMk cId="2620810767" sldId="294"/>
            <ac:picMk id="5" creationId="{BAAC55A1-2C5A-55C5-95F2-4895D7A01FB8}"/>
          </ac:picMkLst>
        </pc:picChg>
      </pc:sldChg>
      <pc:sldChg chg="addSp delSp modSp add mod">
        <pc:chgData name="Ivan Valente UniPD" userId="a3a233bfc287bebe" providerId="LiveId" clId="{EED242D9-B7F2-406C-AB1E-E95D76329280}" dt="2026-02-02T11:52:19.973" v="1444" actId="20577"/>
        <pc:sldMkLst>
          <pc:docMk/>
          <pc:sldMk cId="1814893304" sldId="295"/>
        </pc:sldMkLst>
        <pc:spChg chg="mod">
          <ac:chgData name="Ivan Valente UniPD" userId="a3a233bfc287bebe" providerId="LiveId" clId="{EED242D9-B7F2-406C-AB1E-E95D76329280}" dt="2026-02-02T11:52:19.973" v="1444" actId="20577"/>
          <ac:spMkLst>
            <pc:docMk/>
            <pc:sldMk cId="1814893304" sldId="295"/>
            <ac:spMk id="4" creationId="{5D4B3BE8-7C1F-626F-50C0-E767D8C589E9}"/>
          </ac:spMkLst>
        </pc:spChg>
        <pc:spChg chg="add mod">
          <ac:chgData name="Ivan Valente UniPD" userId="a3a233bfc287bebe" providerId="LiveId" clId="{EED242D9-B7F2-406C-AB1E-E95D76329280}" dt="2026-02-02T11:52:06.952" v="1430" actId="404"/>
          <ac:spMkLst>
            <pc:docMk/>
            <pc:sldMk cId="1814893304" sldId="295"/>
            <ac:spMk id="8" creationId="{37B89364-F8D6-E4C0-A2A5-F940F6DFE011}"/>
          </ac:spMkLst>
        </pc:spChg>
        <pc:picChg chg="add mod">
          <ac:chgData name="Ivan Valente UniPD" userId="a3a233bfc287bebe" providerId="LiveId" clId="{EED242D9-B7F2-406C-AB1E-E95D76329280}" dt="2026-02-02T11:41:55.380" v="1308" actId="1076"/>
          <ac:picMkLst>
            <pc:docMk/>
            <pc:sldMk cId="1814893304" sldId="295"/>
            <ac:picMk id="6" creationId="{F4932EC7-E0DD-A55D-929B-F5B35868A575}"/>
          </ac:picMkLst>
        </pc:picChg>
      </pc:sldChg>
      <pc:sldChg chg="addSp delSp modSp add mod">
        <pc:chgData name="Ivan Valente UniPD" userId="a3a233bfc287bebe" providerId="LiveId" clId="{EED242D9-B7F2-406C-AB1E-E95D76329280}" dt="2026-02-02T14:13:38.754" v="3103" actId="20577"/>
        <pc:sldMkLst>
          <pc:docMk/>
          <pc:sldMk cId="4073578586" sldId="296"/>
        </pc:sldMkLst>
        <pc:spChg chg="mod">
          <ac:chgData name="Ivan Valente UniPD" userId="a3a233bfc287bebe" providerId="LiveId" clId="{EED242D9-B7F2-406C-AB1E-E95D76329280}" dt="2026-02-02T11:50:39.893" v="1401" actId="20577"/>
          <ac:spMkLst>
            <pc:docMk/>
            <pc:sldMk cId="4073578586" sldId="296"/>
            <ac:spMk id="2" creationId="{6CF8B1E2-052B-648B-1E0B-E05491B5E62D}"/>
          </ac:spMkLst>
        </pc:spChg>
        <pc:spChg chg="mod">
          <ac:chgData name="Ivan Valente UniPD" userId="a3a233bfc287bebe" providerId="LiveId" clId="{EED242D9-B7F2-406C-AB1E-E95D76329280}" dt="2026-02-02T14:13:38.754" v="3103" actId="20577"/>
          <ac:spMkLst>
            <pc:docMk/>
            <pc:sldMk cId="4073578586" sldId="296"/>
            <ac:spMk id="4" creationId="{B6A6A8E9-C260-0669-9B9C-87D9E2C4CF81}"/>
          </ac:spMkLst>
        </pc:spChg>
      </pc:sldChg>
      <pc:sldChg chg="modSp add mod ord">
        <pc:chgData name="Ivan Valente UniPD" userId="a3a233bfc287bebe" providerId="LiveId" clId="{EED242D9-B7F2-406C-AB1E-E95D76329280}" dt="2026-02-02T12:30:28.003" v="1708"/>
        <pc:sldMkLst>
          <pc:docMk/>
          <pc:sldMk cId="3807768074" sldId="297"/>
        </pc:sldMkLst>
        <pc:spChg chg="mod">
          <ac:chgData name="Ivan Valente UniPD" userId="a3a233bfc287bebe" providerId="LiveId" clId="{EED242D9-B7F2-406C-AB1E-E95D76329280}" dt="2026-02-02T12:30:28.003" v="1708"/>
          <ac:spMkLst>
            <pc:docMk/>
            <pc:sldMk cId="3807768074" sldId="297"/>
            <ac:spMk id="3" creationId="{74D5AB32-414C-C9BE-0386-91D491408043}"/>
          </ac:spMkLst>
        </pc:spChg>
      </pc:sldChg>
      <pc:sldChg chg="addSp delSp modSp add mod ord">
        <pc:chgData name="Ivan Valente UniPD" userId="a3a233bfc287bebe" providerId="LiveId" clId="{EED242D9-B7F2-406C-AB1E-E95D76329280}" dt="2026-02-02T14:19:57.723" v="3314" actId="1036"/>
        <pc:sldMkLst>
          <pc:docMk/>
          <pc:sldMk cId="134985273" sldId="298"/>
        </pc:sldMkLst>
        <pc:spChg chg="mod">
          <ac:chgData name="Ivan Valente UniPD" userId="a3a233bfc287bebe" providerId="LiveId" clId="{EED242D9-B7F2-406C-AB1E-E95D76329280}" dt="2026-02-02T13:01:31.768" v="1741" actId="20577"/>
          <ac:spMkLst>
            <pc:docMk/>
            <pc:sldMk cId="134985273" sldId="298"/>
            <ac:spMk id="2" creationId="{15312992-8EC6-920C-D166-D946B2777F09}"/>
          </ac:spMkLst>
        </pc:spChg>
        <pc:spChg chg="add mod">
          <ac:chgData name="Ivan Valente UniPD" userId="a3a233bfc287bebe" providerId="LiveId" clId="{EED242D9-B7F2-406C-AB1E-E95D76329280}" dt="2026-02-02T14:19:57.723" v="3314" actId="1036"/>
          <ac:spMkLst>
            <pc:docMk/>
            <pc:sldMk cId="134985273" sldId="298"/>
            <ac:spMk id="3" creationId="{2FBB3514-084D-B43C-5620-D16FF49C9F76}"/>
          </ac:spMkLst>
        </pc:spChg>
        <pc:spChg chg="mod">
          <ac:chgData name="Ivan Valente UniPD" userId="a3a233bfc287bebe" providerId="LiveId" clId="{EED242D9-B7F2-406C-AB1E-E95D76329280}" dt="2026-02-02T14:19:47.339" v="3290" actId="20577"/>
          <ac:spMkLst>
            <pc:docMk/>
            <pc:sldMk cId="134985273" sldId="298"/>
            <ac:spMk id="4" creationId="{C727F8DC-427F-F178-8358-95A82C5ED73C}"/>
          </ac:spMkLst>
        </pc:spChg>
        <pc:spChg chg="add mod">
          <ac:chgData name="Ivan Valente UniPD" userId="a3a233bfc287bebe" providerId="LiveId" clId="{EED242D9-B7F2-406C-AB1E-E95D76329280}" dt="2026-02-02T14:19:57.723" v="3314" actId="1036"/>
          <ac:spMkLst>
            <pc:docMk/>
            <pc:sldMk cId="134985273" sldId="298"/>
            <ac:spMk id="5" creationId="{7E521715-D92C-8B56-3AD6-95E8FAA0D6A7}"/>
          </ac:spMkLst>
        </pc:spChg>
      </pc:sldChg>
      <pc:sldChg chg="modSp add mod ord">
        <pc:chgData name="Ivan Valente UniPD" userId="a3a233bfc287bebe" providerId="LiveId" clId="{EED242D9-B7F2-406C-AB1E-E95D76329280}" dt="2026-02-02T13:05:40.516" v="1932"/>
        <pc:sldMkLst>
          <pc:docMk/>
          <pc:sldMk cId="2346856864" sldId="299"/>
        </pc:sldMkLst>
        <pc:spChg chg="mod">
          <ac:chgData name="Ivan Valente UniPD" userId="a3a233bfc287bebe" providerId="LiveId" clId="{EED242D9-B7F2-406C-AB1E-E95D76329280}" dt="2026-02-02T13:05:40.516" v="1932"/>
          <ac:spMkLst>
            <pc:docMk/>
            <pc:sldMk cId="2346856864" sldId="299"/>
            <ac:spMk id="3" creationId="{AADDB979-2559-F5AC-8C97-B8DCA531A702}"/>
          </ac:spMkLst>
        </pc:spChg>
      </pc:sldChg>
      <pc:sldChg chg="modSp add mod">
        <pc:chgData name="Ivan Valente UniPD" userId="a3a233bfc287bebe" providerId="LiveId" clId="{EED242D9-B7F2-406C-AB1E-E95D76329280}" dt="2026-02-02T15:42:14.862" v="5825" actId="20577"/>
        <pc:sldMkLst>
          <pc:docMk/>
          <pc:sldMk cId="1614820573" sldId="301"/>
        </pc:sldMkLst>
        <pc:spChg chg="mod">
          <ac:chgData name="Ivan Valente UniPD" userId="a3a233bfc287bebe" providerId="LiveId" clId="{EED242D9-B7F2-406C-AB1E-E95D76329280}" dt="2026-02-02T15:42:14.862" v="5825" actId="20577"/>
          <ac:spMkLst>
            <pc:docMk/>
            <pc:sldMk cId="1614820573" sldId="301"/>
            <ac:spMk id="4" creationId="{80E44562-C2EB-3AA2-207F-C5988862B73C}"/>
          </ac:spMkLst>
        </pc:spChg>
      </pc:sldChg>
      <pc:sldChg chg="modSp add mod ord">
        <pc:chgData name="Ivan Valente UniPD" userId="a3a233bfc287bebe" providerId="LiveId" clId="{EED242D9-B7F2-406C-AB1E-E95D76329280}" dt="2026-02-02T13:58:11.922" v="2724" actId="20577"/>
        <pc:sldMkLst>
          <pc:docMk/>
          <pc:sldMk cId="4266366736" sldId="302"/>
        </pc:sldMkLst>
        <pc:spChg chg="mod">
          <ac:chgData name="Ivan Valente UniPD" userId="a3a233bfc287bebe" providerId="LiveId" clId="{EED242D9-B7F2-406C-AB1E-E95D76329280}" dt="2026-02-02T13:58:11.922" v="2724" actId="20577"/>
          <ac:spMkLst>
            <pc:docMk/>
            <pc:sldMk cId="4266366736" sldId="302"/>
            <ac:spMk id="3" creationId="{3DEDCB88-A27E-3B9A-21B0-30AAE82D342D}"/>
          </ac:spMkLst>
        </pc:spChg>
      </pc:sldChg>
      <pc:sldChg chg="addSp modSp add mod ord">
        <pc:chgData name="Ivan Valente UniPD" userId="a3a233bfc287bebe" providerId="LiveId" clId="{EED242D9-B7F2-406C-AB1E-E95D76329280}" dt="2026-02-02T14:08:49.344" v="3037" actId="20577"/>
        <pc:sldMkLst>
          <pc:docMk/>
          <pc:sldMk cId="2872422517" sldId="303"/>
        </pc:sldMkLst>
        <pc:spChg chg="mod">
          <ac:chgData name="Ivan Valente UniPD" userId="a3a233bfc287bebe" providerId="LiveId" clId="{EED242D9-B7F2-406C-AB1E-E95D76329280}" dt="2026-02-02T14:06:19.814" v="2992" actId="20577"/>
          <ac:spMkLst>
            <pc:docMk/>
            <pc:sldMk cId="2872422517" sldId="303"/>
            <ac:spMk id="3" creationId="{71421053-8E7A-90F2-35C0-0DA922D2DC24}"/>
          </ac:spMkLst>
        </pc:spChg>
        <pc:spChg chg="mod">
          <ac:chgData name="Ivan Valente UniPD" userId="a3a233bfc287bebe" providerId="LiveId" clId="{EED242D9-B7F2-406C-AB1E-E95D76329280}" dt="2026-02-02T14:08:49.344" v="3037" actId="20577"/>
          <ac:spMkLst>
            <pc:docMk/>
            <pc:sldMk cId="2872422517" sldId="303"/>
            <ac:spMk id="4" creationId="{72721DE3-7109-5941-C1DD-B490301F6B58}"/>
          </ac:spMkLst>
        </pc:spChg>
      </pc:sldChg>
      <pc:sldChg chg="modSp add mod ord">
        <pc:chgData name="Ivan Valente UniPD" userId="a3a233bfc287bebe" providerId="LiveId" clId="{EED242D9-B7F2-406C-AB1E-E95D76329280}" dt="2026-02-02T15:42:36.197" v="5848" actId="1035"/>
        <pc:sldMkLst>
          <pc:docMk/>
          <pc:sldMk cId="1018182829" sldId="304"/>
        </pc:sldMkLst>
        <pc:spChg chg="mod">
          <ac:chgData name="Ivan Valente UniPD" userId="a3a233bfc287bebe" providerId="LiveId" clId="{EED242D9-B7F2-406C-AB1E-E95D76329280}" dt="2026-02-02T13:58:30.698" v="2732" actId="20577"/>
          <ac:spMkLst>
            <pc:docMk/>
            <pc:sldMk cId="1018182829" sldId="304"/>
            <ac:spMk id="2" creationId="{64B92F05-D425-3A41-A204-6DB8541D0691}"/>
          </ac:spMkLst>
        </pc:spChg>
        <pc:spChg chg="mod">
          <ac:chgData name="Ivan Valente UniPD" userId="a3a233bfc287bebe" providerId="LiveId" clId="{EED242D9-B7F2-406C-AB1E-E95D76329280}" dt="2026-02-02T15:42:36.197" v="5848" actId="1035"/>
          <ac:spMkLst>
            <pc:docMk/>
            <pc:sldMk cId="1018182829" sldId="304"/>
            <ac:spMk id="4" creationId="{AD1C2376-EFAE-4269-2050-A5317797CD4B}"/>
          </ac:spMkLst>
        </pc:spChg>
      </pc:sldChg>
      <pc:sldChg chg="modSp add mod ord">
        <pc:chgData name="Ivan Valente UniPD" userId="a3a233bfc287bebe" providerId="LiveId" clId="{EED242D9-B7F2-406C-AB1E-E95D76329280}" dt="2026-02-02T13:59:21.443" v="2795" actId="403"/>
        <pc:sldMkLst>
          <pc:docMk/>
          <pc:sldMk cId="2182092091" sldId="305"/>
        </pc:sldMkLst>
        <pc:spChg chg="mod">
          <ac:chgData name="Ivan Valente UniPD" userId="a3a233bfc287bebe" providerId="LiveId" clId="{EED242D9-B7F2-406C-AB1E-E95D76329280}" dt="2026-02-02T13:59:21.443" v="2795" actId="403"/>
          <ac:spMkLst>
            <pc:docMk/>
            <pc:sldMk cId="2182092091" sldId="305"/>
            <ac:spMk id="7" creationId="{875A7F9D-5FD0-6493-D34E-E1A72456F5C7}"/>
          </ac:spMkLst>
        </pc:spChg>
        <pc:spChg chg="mod">
          <ac:chgData name="Ivan Valente UniPD" userId="a3a233bfc287bebe" providerId="LiveId" clId="{EED242D9-B7F2-406C-AB1E-E95D76329280}" dt="2026-02-02T13:59:21.443" v="2795" actId="403"/>
          <ac:spMkLst>
            <pc:docMk/>
            <pc:sldMk cId="2182092091" sldId="305"/>
            <ac:spMk id="8" creationId="{2DA60098-177C-2B0A-2C27-1AC712A59E1B}"/>
          </ac:spMkLst>
        </pc:spChg>
        <pc:picChg chg="mod">
          <ac:chgData name="Ivan Valente UniPD" userId="a3a233bfc287bebe" providerId="LiveId" clId="{EED242D9-B7F2-406C-AB1E-E95D76329280}" dt="2026-02-02T13:59:13.517" v="2790" actId="1076"/>
          <ac:picMkLst>
            <pc:docMk/>
            <pc:sldMk cId="2182092091" sldId="305"/>
            <ac:picMk id="5" creationId="{D3D2B4EC-D59F-0D9C-278B-65485788C173}"/>
          </ac:picMkLst>
        </pc:picChg>
      </pc:sldChg>
      <pc:sldChg chg="modSp add">
        <pc:chgData name="Ivan Valente UniPD" userId="a3a233bfc287bebe" providerId="LiveId" clId="{EED242D9-B7F2-406C-AB1E-E95D76329280}" dt="2026-02-02T14:06:26.372" v="2993"/>
        <pc:sldMkLst>
          <pc:docMk/>
          <pc:sldMk cId="4135193969" sldId="306"/>
        </pc:sldMkLst>
        <pc:spChg chg="mod">
          <ac:chgData name="Ivan Valente UniPD" userId="a3a233bfc287bebe" providerId="LiveId" clId="{EED242D9-B7F2-406C-AB1E-E95D76329280}" dt="2026-02-02T14:06:26.372" v="2993"/>
          <ac:spMkLst>
            <pc:docMk/>
            <pc:sldMk cId="4135193969" sldId="306"/>
            <ac:spMk id="3" creationId="{59E04447-4528-42E5-1856-0510EBE63182}"/>
          </ac:spMkLst>
        </pc:spChg>
      </pc:sldChg>
      <pc:sldChg chg="modSp add mod">
        <pc:chgData name="Ivan Valente UniPD" userId="a3a233bfc287bebe" providerId="LiveId" clId="{EED242D9-B7F2-406C-AB1E-E95D76329280}" dt="2026-02-02T15:42:47.697" v="5860" actId="27636"/>
        <pc:sldMkLst>
          <pc:docMk/>
          <pc:sldMk cId="399547306" sldId="307"/>
        </pc:sldMkLst>
        <pc:spChg chg="mod">
          <ac:chgData name="Ivan Valente UniPD" userId="a3a233bfc287bebe" providerId="LiveId" clId="{EED242D9-B7F2-406C-AB1E-E95D76329280}" dt="2026-02-02T14:26:26.219" v="3785" actId="20577"/>
          <ac:spMkLst>
            <pc:docMk/>
            <pc:sldMk cId="399547306" sldId="307"/>
            <ac:spMk id="2" creationId="{B02FD85A-4EBD-1C33-7FAF-777AC62DFA2C}"/>
          </ac:spMkLst>
        </pc:spChg>
        <pc:spChg chg="mod">
          <ac:chgData name="Ivan Valente UniPD" userId="a3a233bfc287bebe" providerId="LiveId" clId="{EED242D9-B7F2-406C-AB1E-E95D76329280}" dt="2026-02-02T15:42:47.697" v="5860" actId="27636"/>
          <ac:spMkLst>
            <pc:docMk/>
            <pc:sldMk cId="399547306" sldId="307"/>
            <ac:spMk id="4" creationId="{E31286BA-039E-BC33-0324-C6501E79869E}"/>
          </ac:spMkLst>
        </pc:spChg>
        <pc:picChg chg="ord">
          <ac:chgData name="Ivan Valente UniPD" userId="a3a233bfc287bebe" providerId="LiveId" clId="{EED242D9-B7F2-406C-AB1E-E95D76329280}" dt="2026-02-02T14:36:32.927" v="4495" actId="167"/>
          <ac:picMkLst>
            <pc:docMk/>
            <pc:sldMk cId="399547306" sldId="307"/>
            <ac:picMk id="10" creationId="{0F0FBC4B-F117-E89A-EAF9-BEB361944B9C}"/>
          </ac:picMkLst>
        </pc:picChg>
      </pc:sldChg>
      <pc:sldChg chg="modSp add mod ord">
        <pc:chgData name="Ivan Valente UniPD" userId="a3a233bfc287bebe" providerId="LiveId" clId="{EED242D9-B7F2-406C-AB1E-E95D76329280}" dt="2026-02-02T14:46:02.398" v="4625"/>
        <pc:sldMkLst>
          <pc:docMk/>
          <pc:sldMk cId="3803229348" sldId="308"/>
        </pc:sldMkLst>
        <pc:spChg chg="mod">
          <ac:chgData name="Ivan Valente UniPD" userId="a3a233bfc287bebe" providerId="LiveId" clId="{EED242D9-B7F2-406C-AB1E-E95D76329280}" dt="2026-02-02T14:46:02.398" v="4625"/>
          <ac:spMkLst>
            <pc:docMk/>
            <pc:sldMk cId="3803229348" sldId="308"/>
            <ac:spMk id="3" creationId="{FCA32896-C7DE-E045-54D1-E55C944C4D1A}"/>
          </ac:spMkLst>
        </pc:spChg>
      </pc:sldChg>
      <pc:sldChg chg="modSp add mod ord">
        <pc:chgData name="Ivan Valente UniPD" userId="a3a233bfc287bebe" providerId="LiveId" clId="{EED242D9-B7F2-406C-AB1E-E95D76329280}" dt="2026-02-02T14:50:03.276" v="5340" actId="20577"/>
        <pc:sldMkLst>
          <pc:docMk/>
          <pc:sldMk cId="1961789658" sldId="309"/>
        </pc:sldMkLst>
        <pc:spChg chg="mod">
          <ac:chgData name="Ivan Valente UniPD" userId="a3a233bfc287bebe" providerId="LiveId" clId="{EED242D9-B7F2-406C-AB1E-E95D76329280}" dt="2026-02-02T14:46:27.572" v="4654" actId="20577"/>
          <ac:spMkLst>
            <pc:docMk/>
            <pc:sldMk cId="1961789658" sldId="309"/>
            <ac:spMk id="2" creationId="{9BCE07FE-1368-C8AE-329B-6BEDE8A407A7}"/>
          </ac:spMkLst>
        </pc:spChg>
        <pc:spChg chg="mod">
          <ac:chgData name="Ivan Valente UniPD" userId="a3a233bfc287bebe" providerId="LiveId" clId="{EED242D9-B7F2-406C-AB1E-E95D76329280}" dt="2026-02-02T14:50:03.276" v="5340" actId="20577"/>
          <ac:spMkLst>
            <pc:docMk/>
            <pc:sldMk cId="1961789658" sldId="309"/>
            <ac:spMk id="4" creationId="{DA700255-469E-CCEA-7500-B2D3F066E5BE}"/>
          </ac:spMkLst>
        </pc:spChg>
      </pc:sldChg>
      <pc:sldMasterChg chg="delSldLayout modSldLayout">
        <pc:chgData name="Ivan Valente UniPD" userId="a3a233bfc287bebe" providerId="LiveId" clId="{EED242D9-B7F2-406C-AB1E-E95D76329280}" dt="2026-02-02T10:37:33.114" v="260" actId="478"/>
        <pc:sldMasterMkLst>
          <pc:docMk/>
          <pc:sldMasterMk cId="2521255718" sldId="2147483684"/>
        </pc:sldMasterMkLst>
        <pc:sldLayoutChg chg="delSp modSp mod">
          <pc:chgData name="Ivan Valente UniPD" userId="a3a233bfc287bebe" providerId="LiveId" clId="{EED242D9-B7F2-406C-AB1E-E95D76329280}" dt="2026-02-02T10:34:20.482" v="242" actId="478"/>
          <pc:sldLayoutMkLst>
            <pc:docMk/>
            <pc:sldMasterMk cId="2521255718" sldId="2147483684"/>
            <pc:sldLayoutMk cId="3858332531" sldId="2147483691"/>
          </pc:sldLayoutMkLst>
          <pc:spChg chg="ord">
            <ac:chgData name="Ivan Valente UniPD" userId="a3a233bfc287bebe" providerId="LiveId" clId="{EED242D9-B7F2-406C-AB1E-E95D76329280}" dt="2026-02-02T10:34:18.168" v="241" actId="167"/>
            <ac:spMkLst>
              <pc:docMk/>
              <pc:sldMasterMk cId="2521255718" sldId="2147483684"/>
              <pc:sldLayoutMk cId="3858332531" sldId="2147483691"/>
              <ac:spMk id="22" creationId="{4DB7AC4F-2818-7F0D-AC6A-736D5F2C7392}"/>
            </ac:spMkLst>
          </pc:spChg>
        </pc:sldLayoutChg>
        <pc:sldLayoutChg chg="delSp mod">
          <pc:chgData name="Ivan Valente UniPD" userId="a3a233bfc287bebe" providerId="LiveId" clId="{EED242D9-B7F2-406C-AB1E-E95D76329280}" dt="2026-02-02T10:37:33.114" v="260" actId="478"/>
          <pc:sldLayoutMkLst>
            <pc:docMk/>
            <pc:sldMasterMk cId="2521255718" sldId="2147483684"/>
            <pc:sldLayoutMk cId="372899782" sldId="2147483696"/>
          </pc:sldLayoutMkLst>
        </pc:sldLayoutChg>
      </pc:sldMasterChg>
    </pc:docChg>
  </pc:docChgLst>
  <pc:docChgLst>
    <pc:chgData name="Ivan Valente UniPD" userId="a3a233bfc287bebe" providerId="LiveId" clId="{A23547FF-3074-4DC3-8B02-958CCEB5BCB2}"/>
    <pc:docChg chg="undo custSel addSld delSld modSld sldOrd addSection delSection modSection">
      <pc:chgData name="Ivan Valente UniPD" userId="a3a233bfc287bebe" providerId="LiveId" clId="{A23547FF-3074-4DC3-8B02-958CCEB5BCB2}" dt="2026-02-04T11:23:32.825" v="1189" actId="18676"/>
      <pc:docMkLst>
        <pc:docMk/>
      </pc:docMkLst>
      <pc:sldChg chg="delSp modSp del mod">
        <pc:chgData name="Ivan Valente UniPD" userId="a3a233bfc287bebe" providerId="LiveId" clId="{A23547FF-3074-4DC3-8B02-958CCEB5BCB2}" dt="2026-02-04T11:23:32.825" v="1189" actId="18676"/>
        <pc:sldMkLst>
          <pc:docMk/>
          <pc:sldMk cId="849465297" sldId="291"/>
        </pc:sldMkLst>
        <pc:spChg chg="mod">
          <ac:chgData name="Ivan Valente UniPD" userId="a3a233bfc287bebe" providerId="LiveId" clId="{A23547FF-3074-4DC3-8B02-958CCEB5BCB2}" dt="2026-02-04T10:18:33.070" v="256" actId="20577"/>
          <ac:spMkLst>
            <pc:docMk/>
            <pc:sldMk cId="849465297" sldId="291"/>
            <ac:spMk id="4" creationId="{04304DE3-2D64-1E41-524C-88DBC9130F7B}"/>
          </ac:spMkLst>
        </pc:spChg>
        <pc:spChg chg="mod">
          <ac:chgData name="Ivan Valente UniPD" userId="a3a233bfc287bebe" providerId="LiveId" clId="{A23547FF-3074-4DC3-8B02-958CCEB5BCB2}" dt="2026-02-04T10:18:40.368" v="263" actId="1036"/>
          <ac:spMkLst>
            <pc:docMk/>
            <pc:sldMk cId="849465297" sldId="291"/>
            <ac:spMk id="14" creationId="{DF14A0A3-5DD1-117F-66FD-C4A6E63B1429}"/>
          </ac:spMkLst>
        </pc:spChg>
        <pc:spChg chg="del">
          <ac:chgData name="Ivan Valente UniPD" userId="a3a233bfc287bebe" providerId="LiveId" clId="{A23547FF-3074-4DC3-8B02-958CCEB5BCB2}" dt="2026-02-04T09:20:05.942" v="4" actId="478"/>
          <ac:spMkLst>
            <pc:docMk/>
            <pc:sldMk cId="849465297" sldId="291"/>
            <ac:spMk id="15" creationId="{A429EE53-7D72-584D-9278-C715D21F846A}"/>
          </ac:spMkLst>
        </pc:spChg>
      </pc:sldChg>
      <pc:sldChg chg="del">
        <pc:chgData name="Ivan Valente UniPD" userId="a3a233bfc287bebe" providerId="LiveId" clId="{A23547FF-3074-4DC3-8B02-958CCEB5BCB2}" dt="2026-02-04T11:23:32.825" v="1189" actId="18676"/>
        <pc:sldMkLst>
          <pc:docMk/>
          <pc:sldMk cId="3729409598" sldId="293"/>
        </pc:sldMkLst>
      </pc:sldChg>
      <pc:sldChg chg="modSp del mod">
        <pc:chgData name="Ivan Valente UniPD" userId="a3a233bfc287bebe" providerId="LiveId" clId="{A23547FF-3074-4DC3-8B02-958CCEB5BCB2}" dt="2026-02-04T11:23:32.825" v="1189" actId="18676"/>
        <pc:sldMkLst>
          <pc:docMk/>
          <pc:sldMk cId="2620810767" sldId="294"/>
        </pc:sldMkLst>
        <pc:spChg chg="mod">
          <ac:chgData name="Ivan Valente UniPD" userId="a3a233bfc287bebe" providerId="LiveId" clId="{A23547FF-3074-4DC3-8B02-958CCEB5BCB2}" dt="2026-02-04T10:14:54.983" v="120" actId="21"/>
          <ac:spMkLst>
            <pc:docMk/>
            <pc:sldMk cId="2620810767" sldId="294"/>
            <ac:spMk id="4" creationId="{6E2A9576-AFC4-7EDB-2597-1A9B04469440}"/>
          </ac:spMkLst>
        </pc:spChg>
      </pc:sldChg>
      <pc:sldChg chg="modSp del mod">
        <pc:chgData name="Ivan Valente UniPD" userId="a3a233bfc287bebe" providerId="LiveId" clId="{A23547FF-3074-4DC3-8B02-958CCEB5BCB2}" dt="2026-02-04T11:23:32.825" v="1189" actId="18676"/>
        <pc:sldMkLst>
          <pc:docMk/>
          <pc:sldMk cId="1814893304" sldId="295"/>
        </pc:sldMkLst>
        <pc:spChg chg="mod">
          <ac:chgData name="Ivan Valente UniPD" userId="a3a233bfc287bebe" providerId="LiveId" clId="{A23547FF-3074-4DC3-8B02-958CCEB5BCB2}" dt="2026-02-04T09:58:55.384" v="113" actId="20577"/>
          <ac:spMkLst>
            <pc:docMk/>
            <pc:sldMk cId="1814893304" sldId="295"/>
            <ac:spMk id="4" creationId="{5D4B3BE8-7C1F-626F-50C0-E767D8C589E9}"/>
          </ac:spMkLst>
        </pc:spChg>
        <pc:spChg chg="mod">
          <ac:chgData name="Ivan Valente UniPD" userId="a3a233bfc287bebe" providerId="LiveId" clId="{A23547FF-3074-4DC3-8B02-958CCEB5BCB2}" dt="2026-02-04T09:58:50.304" v="111"/>
          <ac:spMkLst>
            <pc:docMk/>
            <pc:sldMk cId="1814893304" sldId="295"/>
            <ac:spMk id="8" creationId="{37B89364-F8D6-E4C0-A2A5-F940F6DFE011}"/>
          </ac:spMkLst>
        </pc:spChg>
      </pc:sldChg>
      <pc:sldChg chg="addSp delSp modSp mod ord">
        <pc:chgData name="Ivan Valente UniPD" userId="a3a233bfc287bebe" providerId="LiveId" clId="{A23547FF-3074-4DC3-8B02-958CCEB5BCB2}" dt="2026-02-04T11:22:19.781" v="1186" actId="20577"/>
        <pc:sldMkLst>
          <pc:docMk/>
          <pc:sldMk cId="4073578586" sldId="296"/>
        </pc:sldMkLst>
        <pc:spChg chg="mod">
          <ac:chgData name="Ivan Valente UniPD" userId="a3a233bfc287bebe" providerId="LiveId" clId="{A23547FF-3074-4DC3-8B02-958CCEB5BCB2}" dt="2026-02-04T10:27:19.028" v="293" actId="20577"/>
          <ac:spMkLst>
            <pc:docMk/>
            <pc:sldMk cId="4073578586" sldId="296"/>
            <ac:spMk id="2" creationId="{6CF8B1E2-052B-648B-1E0B-E05491B5E62D}"/>
          </ac:spMkLst>
        </pc:spChg>
        <pc:spChg chg="add mod">
          <ac:chgData name="Ivan Valente UniPD" userId="a3a233bfc287bebe" providerId="LiveId" clId="{A23547FF-3074-4DC3-8B02-958CCEB5BCB2}" dt="2026-02-04T10:41:08.505" v="441" actId="21"/>
          <ac:spMkLst>
            <pc:docMk/>
            <pc:sldMk cId="4073578586" sldId="296"/>
            <ac:spMk id="3" creationId="{A2867F8F-E92B-FB10-5159-AA57C44487C4}"/>
          </ac:spMkLst>
        </pc:spChg>
        <pc:spChg chg="mod">
          <ac:chgData name="Ivan Valente UniPD" userId="a3a233bfc287bebe" providerId="LiveId" clId="{A23547FF-3074-4DC3-8B02-958CCEB5BCB2}" dt="2026-02-04T11:22:19.781" v="1186" actId="20577"/>
          <ac:spMkLst>
            <pc:docMk/>
            <pc:sldMk cId="4073578586" sldId="296"/>
            <ac:spMk id="4" creationId="{B6A6A8E9-C260-0669-9B9C-87D9E2C4CF81}"/>
          </ac:spMkLst>
        </pc:spChg>
        <pc:picChg chg="del">
          <ac:chgData name="Ivan Valente UniPD" userId="a3a233bfc287bebe" providerId="LiveId" clId="{A23547FF-3074-4DC3-8B02-958CCEB5BCB2}" dt="2026-02-04T09:56:05.169" v="107" actId="478"/>
          <ac:picMkLst>
            <pc:docMk/>
            <pc:sldMk cId="4073578586" sldId="296"/>
            <ac:picMk id="5" creationId="{6CBD258D-3801-D92C-806C-BF204AA9A926}"/>
          </ac:picMkLst>
        </pc:picChg>
      </pc:sldChg>
      <pc:sldChg chg="modSp mod">
        <pc:chgData name="Ivan Valente UniPD" userId="a3a233bfc287bebe" providerId="LiveId" clId="{A23547FF-3074-4DC3-8B02-958CCEB5BCB2}" dt="2026-02-03T11:25:28.639" v="3" actId="5793"/>
        <pc:sldMkLst>
          <pc:docMk/>
          <pc:sldMk cId="134985273" sldId="298"/>
        </pc:sldMkLst>
        <pc:spChg chg="mod">
          <ac:chgData name="Ivan Valente UniPD" userId="a3a233bfc287bebe" providerId="LiveId" clId="{A23547FF-3074-4DC3-8B02-958CCEB5BCB2}" dt="2026-02-03T11:25:28.639" v="3" actId="5793"/>
          <ac:spMkLst>
            <pc:docMk/>
            <pc:sldMk cId="134985273" sldId="298"/>
            <ac:spMk id="2" creationId="{15312992-8EC6-920C-D166-D946B2777F09}"/>
          </ac:spMkLst>
        </pc:spChg>
      </pc:sldChg>
      <pc:sldChg chg="add del">
        <pc:chgData name="Ivan Valente UniPD" userId="a3a233bfc287bebe" providerId="LiveId" clId="{A23547FF-3074-4DC3-8B02-958CCEB5BCB2}" dt="2026-02-04T11:23:32.825" v="1189" actId="18676"/>
        <pc:sldMkLst>
          <pc:docMk/>
          <pc:sldMk cId="3422573760" sldId="310"/>
        </pc:sldMkLst>
      </pc:sldChg>
      <pc:sldChg chg="addSp modSp add mod">
        <pc:chgData name="Ivan Valente UniPD" userId="a3a233bfc287bebe" providerId="LiveId" clId="{A23547FF-3074-4DC3-8B02-958CCEB5BCB2}" dt="2026-02-04T11:21:32.684" v="1179" actId="1038"/>
        <pc:sldMkLst>
          <pc:docMk/>
          <pc:sldMk cId="2725422219" sldId="311"/>
        </pc:sldMkLst>
        <pc:spChg chg="mod">
          <ac:chgData name="Ivan Valente UniPD" userId="a3a233bfc287bebe" providerId="LiveId" clId="{A23547FF-3074-4DC3-8B02-958CCEB5BCB2}" dt="2026-02-04T10:44:33.478" v="567" actId="20577"/>
          <ac:spMkLst>
            <pc:docMk/>
            <pc:sldMk cId="2725422219" sldId="311"/>
            <ac:spMk id="2" creationId="{DA768747-D45D-298C-42CC-99C958B9F7AF}"/>
          </ac:spMkLst>
        </pc:spChg>
        <pc:spChg chg="mod">
          <ac:chgData name="Ivan Valente UniPD" userId="a3a233bfc287bebe" providerId="LiveId" clId="{A23547FF-3074-4DC3-8B02-958CCEB5BCB2}" dt="2026-02-04T10:55:57.044" v="795" actId="404"/>
          <ac:spMkLst>
            <pc:docMk/>
            <pc:sldMk cId="2725422219" sldId="311"/>
            <ac:spMk id="4" creationId="{DFE960C0-51F2-F435-DC7F-8B6132D3E1FB}"/>
          </ac:spMkLst>
        </pc:spChg>
        <pc:spChg chg="add mod">
          <ac:chgData name="Ivan Valente UniPD" userId="a3a233bfc287bebe" providerId="LiveId" clId="{A23547FF-3074-4DC3-8B02-958CCEB5BCB2}" dt="2026-02-04T11:21:32.684" v="1179" actId="1038"/>
          <ac:spMkLst>
            <pc:docMk/>
            <pc:sldMk cId="2725422219" sldId="311"/>
            <ac:spMk id="7" creationId="{69E34ACC-C912-E965-F78E-2095AE0308AD}"/>
          </ac:spMkLst>
        </pc:spChg>
        <pc:cxnChg chg="add mod">
          <ac:chgData name="Ivan Valente UniPD" userId="a3a233bfc287bebe" providerId="LiveId" clId="{A23547FF-3074-4DC3-8B02-958CCEB5BCB2}" dt="2026-02-04T11:21:32.684" v="1179" actId="1038"/>
          <ac:cxnSpMkLst>
            <pc:docMk/>
            <pc:sldMk cId="2725422219" sldId="311"/>
            <ac:cxnSpMk id="6" creationId="{89FDFF76-FB3D-1BC8-3D20-2D7E7D2E5051}"/>
          </ac:cxnSpMkLst>
        </pc:cxnChg>
      </pc:sldChg>
      <pc:sldChg chg="modSp add mod ord">
        <pc:chgData name="Ivan Valente UniPD" userId="a3a233bfc287bebe" providerId="LiveId" clId="{A23547FF-3074-4DC3-8B02-958CCEB5BCB2}" dt="2026-02-04T11:08:38.043" v="929" actId="20577"/>
        <pc:sldMkLst>
          <pc:docMk/>
          <pc:sldMk cId="4161560511" sldId="312"/>
        </pc:sldMkLst>
        <pc:spChg chg="mod">
          <ac:chgData name="Ivan Valente UniPD" userId="a3a233bfc287bebe" providerId="LiveId" clId="{A23547FF-3074-4DC3-8B02-958CCEB5BCB2}" dt="2026-02-04T10:56:52.388" v="818"/>
          <ac:spMkLst>
            <pc:docMk/>
            <pc:sldMk cId="4161560511" sldId="312"/>
            <ac:spMk id="2" creationId="{601CE776-474F-6F20-4E82-210E65416321}"/>
          </ac:spMkLst>
        </pc:spChg>
        <pc:spChg chg="mod">
          <ac:chgData name="Ivan Valente UniPD" userId="a3a233bfc287bebe" providerId="LiveId" clId="{A23547FF-3074-4DC3-8B02-958CCEB5BCB2}" dt="2026-02-04T11:08:38.043" v="929" actId="20577"/>
          <ac:spMkLst>
            <pc:docMk/>
            <pc:sldMk cId="4161560511" sldId="312"/>
            <ac:spMk id="4" creationId="{6FCEADEE-3C8D-024B-524F-96747380BAEF}"/>
          </ac:spMkLst>
        </pc:spChg>
      </pc:sldChg>
      <pc:sldChg chg="modSp add mod">
        <pc:chgData name="Ivan Valente UniPD" userId="a3a233bfc287bebe" providerId="LiveId" clId="{A23547FF-3074-4DC3-8B02-958CCEB5BCB2}" dt="2026-02-04T11:22:48.356" v="1188"/>
        <pc:sldMkLst>
          <pc:docMk/>
          <pc:sldMk cId="1076546552" sldId="313"/>
        </pc:sldMkLst>
        <pc:spChg chg="mod">
          <ac:chgData name="Ivan Valente UniPD" userId="a3a233bfc287bebe" providerId="LiveId" clId="{A23547FF-3074-4DC3-8B02-958CCEB5BCB2}" dt="2026-02-04T11:09:25.147" v="931"/>
          <ac:spMkLst>
            <pc:docMk/>
            <pc:sldMk cId="1076546552" sldId="313"/>
            <ac:spMk id="2" creationId="{ACB4984E-D363-862F-0DC1-550F52E943D1}"/>
          </ac:spMkLst>
        </pc:spChg>
        <pc:spChg chg="mod">
          <ac:chgData name="Ivan Valente UniPD" userId="a3a233bfc287bebe" providerId="LiveId" clId="{A23547FF-3074-4DC3-8B02-958CCEB5BCB2}" dt="2026-02-04T11:22:48.356" v="1188"/>
          <ac:spMkLst>
            <pc:docMk/>
            <pc:sldMk cId="1076546552" sldId="313"/>
            <ac:spMk id="4" creationId="{E9FDD409-160E-088A-CF19-C8234E3C25C3}"/>
          </ac:spMkLst>
        </pc:spChg>
      </pc:sldChg>
      <pc:sldChg chg="modSp add mod">
        <pc:chgData name="Ivan Valente UniPD" userId="a3a233bfc287bebe" providerId="LiveId" clId="{A23547FF-3074-4DC3-8B02-958CCEB5BCB2}" dt="2026-02-04T11:20:30.469" v="1178" actId="403"/>
        <pc:sldMkLst>
          <pc:docMk/>
          <pc:sldMk cId="3338806814" sldId="314"/>
        </pc:sldMkLst>
        <pc:spChg chg="mod">
          <ac:chgData name="Ivan Valente UniPD" userId="a3a233bfc287bebe" providerId="LiveId" clId="{A23547FF-3074-4DC3-8B02-958CCEB5BCB2}" dt="2026-02-04T11:16:15.221" v="1057"/>
          <ac:spMkLst>
            <pc:docMk/>
            <pc:sldMk cId="3338806814" sldId="314"/>
            <ac:spMk id="2" creationId="{25EF62D5-CA24-5E0B-3945-CEDE88CBA381}"/>
          </ac:spMkLst>
        </pc:spChg>
        <pc:spChg chg="mod">
          <ac:chgData name="Ivan Valente UniPD" userId="a3a233bfc287bebe" providerId="LiveId" clId="{A23547FF-3074-4DC3-8B02-958CCEB5BCB2}" dt="2026-02-04T11:20:30.469" v="1178" actId="403"/>
          <ac:spMkLst>
            <pc:docMk/>
            <pc:sldMk cId="3338806814" sldId="314"/>
            <ac:spMk id="4" creationId="{E2B51104-1DE7-FA83-5179-FB6BCEFE384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0B206E24-0B54-435C-A90E-A69DF26F92AC}" type="datetime1">
              <a:rPr lang="it-IT" smtClean="0"/>
              <a:t>04/02/2026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CFA70580-B89C-4157-871D-6B9318EE5F58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fld id="{03109391-5E8C-4D75-9E70-006CE89C5811}" type="datetime1">
              <a:rPr lang="it-IT" smtClean="0"/>
              <a:pPr/>
              <a:t>04/02/2026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E7AF00E9-A49D-4007-B3B9-A3783809E505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62ACC-B80E-F71A-C641-58808E65F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F732875-00DD-95ED-114F-A7BC02067E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4FE11A3-5ED3-82A6-077E-0FEE724F3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74C554-ECCA-3B40-E205-2A4F7F0AB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96056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467CB-511C-D44D-693A-8F8B8078E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30461C6-B5F0-3D9A-BB14-1AF58B0B6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EB80CA8-1BC8-391A-C9E2-D1005BCD6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1F7E65C-9E2A-2E3F-3293-EA4A31BC0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37506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88EE4-95C7-A716-BD52-CFF435432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72DA81D-32B7-6D1E-AA36-3E92B02E3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735F793-5123-D665-2364-ACB06D893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429E496-BEAD-30A9-D962-7C2139B26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0242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8CC39-300A-DC86-F7B8-D127006D9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0371197-76C4-5BE9-06BC-F5AE32D35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73353AC-9D45-C1BA-163F-F8DD99E42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17771D-5B21-6EC3-F0F5-AB7C21E0B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33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39A20-DF8F-7621-2B50-850A5147D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0B00FC6-C1AC-A881-0F10-A5CDED8D0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6C4C291-8C73-6491-13B6-7A7F72152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3ECDF1-8B57-A570-87B2-B07B67D88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9231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C5244-1BF2-8399-CFFA-84AEE64A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4405DA8-BEE2-C24E-C7DE-C68670E67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6A3429C-2D9A-C150-3EA6-CA875CE4D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C81B1A9-F803-7FDF-A8BF-65A27B031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27793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650DB-AF15-271B-4D73-E0AE399F6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B8FB1FB-947F-D723-A63D-42CC00A10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28A5EA2-B68C-C939-8638-6E1E455C4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7A48478-1D8C-5EC0-FF06-50F204226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11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039274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8A96F-2C64-2338-EE7D-B1193F6C8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2085AAA-FB99-35B3-3AAD-8763A3ACC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63D222D-047F-2670-ED69-D9A401CB2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1D9E59E-6437-06EA-E71E-FE5082795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95882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1F6F6-85AC-A984-91AB-DBA6679EF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82A9593-60A0-75AC-B8C9-D87AF662D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04FAD11-4927-3C8D-EC7E-2B9DF2DB1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DA04412-5324-B436-BB88-2172EF80F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13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7959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8D2EA-12DD-CD9C-6E4C-922BA22F8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C5F2A2E-D0A1-4DD7-89E9-24FA2B86F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EE8B4B7-F73A-11B9-C698-BAE7BD108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25CE97-E1B0-7F1D-1021-78B369A1F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14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584254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E3A2B-CFF6-A2C0-83D5-C0F35850F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B7441DC-A837-0EE9-81A5-D13921B13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8E1F836-26A4-421C-8C21-A90EABCF9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BDB5BA1-0948-C7A5-25C4-E03ACFE9D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15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23860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4DD49-0A11-7868-D581-4BF49294F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05DB1CE-591F-C25A-228A-BA0DA38BC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940ADC1-352C-D0F0-86FA-44C5F1850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AA96BB5-A121-F23F-7BAF-B3AFFCDEA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16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729288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A9495-892B-2B85-1906-932DA619D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8EAB52D-5645-E445-B3C1-28C95B602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0B6B369-FF95-3935-CBD5-B53E00891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1A7BCC-005C-6239-5031-0C071AF1E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17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819897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C7449-D2F5-60B2-1E78-EBF742BAF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20F6CA4-CA01-29C2-918C-B808635D9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1CDAFFC-E382-74F6-FEB6-BB60E594D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80F6A1-392A-4DE0-337F-E1E33828B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18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554806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D96D6-DF2C-EB8D-DF04-62FAE211E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BAE3723-C0C7-5656-DAE7-CB8FA7BB5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E6441A8-E260-437C-E7E1-1354FC64B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4B5BA4E-5EF8-D88E-BC18-3ECADEE808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19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039460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4F909-0A81-E188-C7C3-25E6B0CA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EBD1603-40C8-79DB-BE3C-C67E4E7B1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A25B530-FD5F-4556-A0F1-F744A2D37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45F844B-74DF-50B4-FBC7-AC12AD1D1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20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62112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4134F-E9B2-C83B-9145-A41EAD962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0D2E890-0297-A4B4-F582-91E39F00F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1510849-68D2-FF54-6900-2D8E0DF02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AB7DA7-2B04-DD3A-43C9-482ABD60D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7AF00E9-A49D-4007-B3B9-A3783809E505}" type="slidenum">
              <a:rPr lang="it-IT" smtClean="0"/>
              <a:t>21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0631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it-IT" dirty="0"/>
            </a:lvl1pPr>
          </a:lstStyle>
          <a:p>
            <a:pPr lvl="0" rtl="0">
              <a:lnSpc>
                <a:spcPct val="100000"/>
              </a:lnSpc>
            </a:pPr>
            <a:r>
              <a:rPr lang="it-IT"/>
              <a:t>Fare clic per inserire il titolo</a:t>
            </a:r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/>
            </a:lvl1pPr>
          </a:lstStyle>
          <a:p>
            <a:pPr rtl="0"/>
            <a:r>
              <a:rPr lang="it-IT" dirty="0"/>
              <a:t>Fare clic sull'icona per inserire un'immagine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gnaposto contenuto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it-IT" sz="1800">
                <a:solidFill>
                  <a:schemeClr val="tx1"/>
                </a:solidFill>
              </a:defRPr>
            </a:lvl1pPr>
            <a:lvl2pPr>
              <a:defRPr lang="it-IT" sz="1200">
                <a:solidFill>
                  <a:schemeClr val="tx1"/>
                </a:solidFill>
              </a:defRPr>
            </a:lvl2pPr>
            <a:lvl3pPr>
              <a:defRPr lang="it-IT" sz="1200">
                <a:solidFill>
                  <a:schemeClr val="tx1"/>
                </a:solidFill>
              </a:defRPr>
            </a:lvl3pPr>
            <a:lvl4pPr>
              <a:defRPr lang="it-IT" sz="1200">
                <a:solidFill>
                  <a:schemeClr val="tx1"/>
                </a:solidFill>
              </a:defRPr>
            </a:lvl4pPr>
            <a:lvl5pPr>
              <a:defRPr lang="it-IT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it-IT"/>
              <a:t>Fare clic per aggiungere contenuti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20" name="Titolo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it-IT" sz="40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20XX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BA1B0FB-D917-4C8C-928F-313BD683BF3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olo della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o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it-IT" sz="54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it-IT" sz="2000"/>
            </a:lvl1pPr>
          </a:lstStyle>
          <a:p>
            <a:pPr rtl="0"/>
            <a:r>
              <a:rPr lang="it-IT" dirty="0"/>
              <a:t>Fare clic sull'icona per inserire un'immagine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CBD12358-51D2-46B3-9BDE-DF29528B9454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igura a mano libera: Forma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igura a mano libera: Forma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it-IT"/>
                </a:defPPr>
              </a:lstStyle>
              <a:p>
                <a:pPr algn="ctr" rtl="0"/>
                <a:endParaRPr lang="it-IT" dirty="0"/>
              </a:p>
            </p:txBody>
          </p:sp>
          <p:sp>
            <p:nvSpPr>
              <p:cNvPr id="11" name="Ovale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it-IT"/>
                </a:defPPr>
              </a:lstStyle>
              <a:p>
                <a:pPr algn="ctr" rtl="0"/>
                <a:endParaRPr lang="it-IT" dirty="0"/>
              </a:p>
            </p:txBody>
          </p:sp>
        </p:grp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igura a mano libera: Forma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  <p:sp>
          <p:nvSpPr>
            <p:cNvPr id="21" name="Ovale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igura a mano libera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t-IT"/>
              </a:defPPr>
            </a:lstStyle>
            <a:p>
              <a:pPr algn="ctr" rtl="0"/>
              <a:endParaRPr lang="it-IT" dirty="0">
                <a:solidFill>
                  <a:schemeClr val="tx1"/>
                </a:solidFill>
              </a:endParaRP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  <p:sp>
          <p:nvSpPr>
            <p:cNvPr id="16" name="Figura a mano libera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t-IT"/>
              </a:defPPr>
            </a:lstStyle>
            <a:p>
              <a:pPr algn="ctr" rtl="0"/>
              <a:endParaRPr lang="it-IT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it-IT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it-IT"/>
              <a:t>Fare clic per inserire il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it-IT" sz="1800">
                <a:solidFill>
                  <a:schemeClr val="tx1"/>
                </a:solidFill>
              </a:defRPr>
            </a:lvl1pPr>
            <a:lvl2pPr>
              <a:defRPr lang="it-IT" sz="1200">
                <a:solidFill>
                  <a:schemeClr val="tx1"/>
                </a:solidFill>
              </a:defRPr>
            </a:lvl2pPr>
            <a:lvl3pPr>
              <a:defRPr lang="it-IT" sz="1200">
                <a:solidFill>
                  <a:schemeClr val="tx1"/>
                </a:solidFill>
              </a:defRPr>
            </a:lvl3pPr>
            <a:lvl4pPr>
              <a:defRPr lang="it-IT" sz="1200">
                <a:solidFill>
                  <a:schemeClr val="tx1"/>
                </a:solidFill>
              </a:defRPr>
            </a:lvl4pPr>
            <a:lvl5pPr>
              <a:defRPr lang="it-IT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BA1B0FB-D917-4C8C-928F-313BD683BF3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olo +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lang="it-IT" sz="2000"/>
            </a:lvl1pPr>
          </a:lstStyle>
          <a:p>
            <a:pPr rtl="0"/>
            <a:r>
              <a:rPr lang="it-IT" dirty="0"/>
              <a:t>Fare clic sull'icona per inserire un'immagine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it-IT" sz="54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lang="it-IT" sz="1800">
                <a:solidFill>
                  <a:schemeClr val="tx1"/>
                </a:solidFill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rtl="0"/>
            <a:r>
              <a:rPr lang="it-IT"/>
              <a:t>Fare clic per inserire il sottotitolo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CBD12358-51D2-46B3-9BDE-DF29528B9454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3552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igura a mano libera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  <p:sp>
          <p:nvSpPr>
            <p:cNvPr id="21" name="Oval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it-IT" sz="40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it-IT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it-IT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it-IT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it-IT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it-IT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it-IT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it-IT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it-IT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it-IT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it-IT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20XX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BA1B0FB-D917-4C8C-928F-313BD683BF3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e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it-IT" sz="40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igura a mano libera: Forma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</p:grpSp>
      <p:sp>
        <p:nvSpPr>
          <p:cNvPr id="15" name="Figura a mano libera: Forma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igura a mano libera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  <p:sp>
          <p:nvSpPr>
            <p:cNvPr id="21" name="Ovale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</p:grp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it-IT" sz="1800">
                <a:solidFill>
                  <a:schemeClr val="tx1"/>
                </a:solidFill>
              </a:defRPr>
            </a:lvl1pPr>
            <a:lvl2pPr>
              <a:defRPr lang="it-IT" sz="1800">
                <a:solidFill>
                  <a:schemeClr val="tx1"/>
                </a:solidFill>
              </a:defRPr>
            </a:lvl2pPr>
            <a:lvl3pPr>
              <a:defRPr lang="it-IT" sz="1800">
                <a:solidFill>
                  <a:schemeClr val="tx1"/>
                </a:solidFill>
              </a:defRPr>
            </a:lvl3pPr>
            <a:lvl4pPr>
              <a:defRPr lang="it-IT" sz="1800">
                <a:solidFill>
                  <a:schemeClr val="tx1"/>
                </a:solidFill>
              </a:defRPr>
            </a:lvl4pPr>
            <a:lvl5pPr>
              <a:defRPr lang="it-IT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6" name="Segnaposto contenuto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it-IT" sz="1800">
                <a:solidFill>
                  <a:schemeClr val="tx1"/>
                </a:solidFill>
              </a:defRPr>
            </a:lvl1pPr>
            <a:lvl2pPr>
              <a:defRPr lang="it-IT" sz="1800">
                <a:solidFill>
                  <a:schemeClr val="tx1"/>
                </a:solidFill>
              </a:defRPr>
            </a:lvl2pPr>
            <a:lvl3pPr>
              <a:defRPr lang="it-IT" sz="1800">
                <a:solidFill>
                  <a:schemeClr val="tx1"/>
                </a:solidFill>
              </a:defRPr>
            </a:lvl3pPr>
            <a:lvl4pPr>
              <a:defRPr lang="it-IT" sz="1800">
                <a:solidFill>
                  <a:schemeClr val="tx1"/>
                </a:solidFill>
              </a:defRPr>
            </a:lvl4pPr>
            <a:lvl5pPr>
              <a:defRPr lang="it-IT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20XX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BA1B0FB-D917-4C8C-928F-313BD683BF3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60961"/>
            <a:ext cx="11090275" cy="1186560"/>
          </a:xfrm>
        </p:spPr>
        <p:txBody>
          <a:bodyPr rtlCol="0" anchor="t" anchorCtr="0">
            <a:noAutofit/>
          </a:bodyPr>
          <a:lstStyle>
            <a:lvl1pPr>
              <a:defRPr lang="it-IT" sz="40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CBD12358-51D2-46B3-9BDE-DF29528B9454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C28186-3489-427F-79D0-B7844402362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1" y="1917064"/>
            <a:ext cx="11090275" cy="4297679"/>
          </a:xfrm>
        </p:spPr>
        <p:txBody>
          <a:bodyPr rtlCol="0">
            <a:normAutofit/>
          </a:bodyPr>
          <a:lstStyle>
            <a:lvl1pPr marL="0" indent="0">
              <a:buNone/>
              <a:defRPr lang="it-IT" sz="1800">
                <a:solidFill>
                  <a:schemeClr val="tx1"/>
                </a:solidFill>
              </a:defRPr>
            </a:lvl1pPr>
            <a:lvl2pPr>
              <a:defRPr lang="it-IT" sz="1800">
                <a:solidFill>
                  <a:schemeClr val="tx1"/>
                </a:solidFill>
              </a:defRPr>
            </a:lvl2pPr>
            <a:lvl3pPr>
              <a:defRPr lang="it-IT" sz="1800">
                <a:solidFill>
                  <a:schemeClr val="tx1"/>
                </a:solidFill>
              </a:defRPr>
            </a:lvl3pPr>
            <a:lvl4pPr>
              <a:defRPr lang="it-IT" sz="1800">
                <a:solidFill>
                  <a:schemeClr val="tx1"/>
                </a:solidFill>
              </a:defRPr>
            </a:lvl4pPr>
            <a:lvl5pPr>
              <a:defRPr lang="it-IT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00879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e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it-IT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it-IT"/>
              <a:t>Fare clic per inserire il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it-IT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it-IT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it-IT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it-IT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it-IT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20" name="Segnaposto immagine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it-IT" dirty="0"/>
              <a:t>Fare clic sull'icona per inserire un'immagine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igura a mano libera: Forma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  <p:sp>
          <p:nvSpPr>
            <p:cNvPr id="11" name="Ovale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igura a mano libera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t-IT"/>
              </a:defPPr>
            </a:lstStyle>
            <a:p>
              <a:pPr algn="ctr" rtl="0"/>
              <a:endParaRPr lang="it-IT" dirty="0">
                <a:solidFill>
                  <a:schemeClr val="tx1"/>
                </a:solidFill>
              </a:endParaRPr>
            </a:p>
          </p:txBody>
        </p: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  <p:sp>
          <p:nvSpPr>
            <p:cNvPr id="16" name="Figura a mano libera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t-IT"/>
              </a:defPPr>
            </a:lstStyle>
            <a:p>
              <a:pPr algn="ctr" rtl="0"/>
              <a:endParaRPr lang="it-IT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BA1B0FB-D917-4C8C-928F-313BD683BF3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it-IT" sz="640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it-IT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rtl="0"/>
            <a:r>
              <a:rPr lang="it-IT"/>
              <a:t>Fare clic per inserire il sottotitolo 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BA1B0FB-D917-4C8C-928F-313BD683BF39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19" name="Figura a mano libera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igura a mano libera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  <p:sp>
          <p:nvSpPr>
            <p:cNvPr id="36" name="Figura a mano libera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it-IT"/>
              </a:defPPr>
            </a:lstStyle>
            <a:p>
              <a:pPr algn="ctr" rtl="0"/>
              <a:endParaRPr lang="it-IT" dirty="0">
                <a:solidFill>
                  <a:schemeClr val="tx1"/>
                </a:solidFill>
              </a:endParaRPr>
            </a:p>
          </p:txBody>
        </p:sp>
        <p:sp>
          <p:nvSpPr>
            <p:cNvPr id="37" name="Ovale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  <p:sp>
          <p:nvSpPr>
            <p:cNvPr id="38" name="Ovale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it-IT"/>
              </a:defPPr>
            </a:lstStyle>
            <a:p>
              <a:pPr algn="ctr" rtl="0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it-IT"/>
            </a:defPPr>
          </a:lstStyle>
          <a:p>
            <a:pPr lvl="0" rtl="0">
              <a:lnSpc>
                <a:spcPct val="100000"/>
              </a:lnSpc>
            </a:pPr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it-IT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it-IT" dirty="0"/>
              <a:t>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it-IT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it-IT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703" r:id="rId4"/>
    <p:sldLayoutId id="2147483698" r:id="rId5"/>
    <p:sldLayoutId id="2147483704" r:id="rId6"/>
    <p:sldLayoutId id="2147483688" r:id="rId7"/>
    <p:sldLayoutId id="2147483701" r:id="rId8"/>
    <p:sldLayoutId id="2147483686" r:id="rId9"/>
    <p:sldLayoutId id="2147483685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it-IT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it-IT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it-IT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it-IT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it-IT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it-IT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6045" y="2041019"/>
            <a:ext cx="4492108" cy="2775962"/>
          </a:xfrm>
          <a:noFill/>
        </p:spPr>
        <p:txBody>
          <a:bodyPr rtlCol="0" anchor="ctr">
            <a:noAutofit/>
          </a:bodyPr>
          <a:lstStyle>
            <a:defPPr>
              <a:defRPr lang="it-IT"/>
            </a:defPPr>
          </a:lstStyle>
          <a:p>
            <a:pPr>
              <a:spcBef>
                <a:spcPts val="1200"/>
              </a:spcBef>
            </a:pPr>
            <a:r>
              <a:rPr lang="it-IT" dirty="0"/>
              <a:t>Presentazione progetto Calcolo Numerico</a:t>
            </a:r>
            <a:br>
              <a:rPr lang="it-IT" dirty="0"/>
            </a:br>
            <a:r>
              <a:rPr lang="it-IT" sz="800" spc="30" dirty="0"/>
              <a:t> </a:t>
            </a:r>
            <a:r>
              <a:rPr lang="it-IT" sz="1600" spc="30" dirty="0"/>
              <a:t>Gruppo: Paduret Alessandro, Singh Alex, Stupu David, Valente Ivan</a:t>
            </a:r>
            <a:br>
              <a:rPr lang="it-IT" sz="1600" spc="30" dirty="0"/>
            </a:br>
            <a:r>
              <a:rPr lang="it-IT" sz="300" spc="30" dirty="0"/>
              <a:t> </a:t>
            </a:r>
            <a:br>
              <a:rPr lang="it-IT" sz="1600" spc="30" dirty="0"/>
            </a:br>
            <a:r>
              <a:rPr lang="it-IT" sz="1600" spc="30" dirty="0"/>
              <a:t>A.A. 2025-2026</a:t>
            </a:r>
            <a:br>
              <a:rPr lang="it-IT" sz="1600" spc="30" dirty="0"/>
            </a:br>
            <a:r>
              <a:rPr lang="it-IT" sz="400" spc="30" dirty="0"/>
              <a:t> </a:t>
            </a:r>
            <a:br>
              <a:rPr lang="it-IT" sz="1600" spc="30" dirty="0"/>
            </a:br>
            <a:r>
              <a:rPr lang="it-IT" sz="1600" spc="30" dirty="0"/>
              <a:t>Corso di Laurea Triennale Informatica</a:t>
            </a:r>
            <a:br>
              <a:rPr lang="it-IT" sz="1600" spc="30" dirty="0"/>
            </a:br>
            <a:r>
              <a:rPr lang="it-IT" sz="1600" spc="30" dirty="0"/>
              <a:t>Dipartimento di Matematica, Scuola di Scienze</a:t>
            </a:r>
            <a:br>
              <a:rPr lang="it-IT" sz="1600" spc="30" dirty="0"/>
            </a:br>
            <a:r>
              <a:rPr lang="it-IT" sz="400" spc="30" dirty="0"/>
              <a:t> </a:t>
            </a:r>
            <a:br>
              <a:rPr lang="it-IT" sz="1600" spc="30" dirty="0"/>
            </a:br>
            <a:r>
              <a:rPr lang="it-IT" sz="1600" spc="30" dirty="0"/>
              <a:t>4 febbraio 2026</a:t>
            </a:r>
            <a:endParaRPr lang="it-IT" spc="30" dirty="0"/>
          </a:p>
        </p:txBody>
      </p:sp>
      <p:pic>
        <p:nvPicPr>
          <p:cNvPr id="8" name="Segnaposto immagine 13" descr="Sfondo digitale con punti dati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immagine 7" descr="Sfondo digitale con punti dati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olo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89284"/>
            <a:ext cx="9144000" cy="2479432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sz="4400" dirty="0"/>
              <a:t>PROGETTO 7 (AVANZATO): RICOSTRUZIONE DI UN GRAFO TOPOLOGICO DA MISURAZIONI DELLA DIFFUSIONE</a:t>
            </a:r>
          </a:p>
        </p:txBody>
      </p:sp>
      <p:sp>
        <p:nvSpPr>
          <p:cNvPr id="8" name="Sottotitolo 7">
            <a:extLst>
              <a:ext uri="{FF2B5EF4-FFF2-40B4-BE49-F238E27FC236}">
                <a16:creationId xmlns:a16="http://schemas.microsoft.com/office/drawing/2014/main" id="{6450744F-A4B6-FD90-F6DA-4EF9A192E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58832"/>
            <a:ext cx="9144000" cy="346068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sz="2000" dirty="0"/>
              <a:t>Progetto scelto:</a:t>
            </a:r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1684059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Sommario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it-IT" dirty="0"/>
              <a:t>Contesto teorico e scopo del progetto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it-IT" dirty="0"/>
              <a:t>Inizializzazione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it-IT" dirty="0"/>
              <a:t>Problema 1: dati diffusivi sovrabbondanti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it-IT" dirty="0"/>
              <a:t>Problema 2: dati diffusivi lacunosi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it-IT" dirty="0"/>
              <a:t>Considerazioni finali</a:t>
            </a:r>
          </a:p>
        </p:txBody>
      </p:sp>
      <p:pic>
        <p:nvPicPr>
          <p:cNvPr id="4" name="Immagine 3" descr="Immagine che contiene schizzo, arte, disegno, cerchio&#10;&#10;Il contenuto generato dall'IA potrebbe non essere corretto.">
            <a:extLst>
              <a:ext uri="{FF2B5EF4-FFF2-40B4-BE49-F238E27FC236}">
                <a16:creationId xmlns:a16="http://schemas.microsoft.com/office/drawing/2014/main" id="{F18BFF32-DA95-1DCD-610A-B72E60BDB69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83" b="23713"/>
          <a:stretch>
            <a:fillRect/>
          </a:stretch>
        </p:blipFill>
        <p:spPr>
          <a:xfrm>
            <a:off x="9244190" y="813063"/>
            <a:ext cx="2947810" cy="5231874"/>
          </a:xfrm>
          <a:prstGeom prst="rect">
            <a:avLst/>
          </a:prstGeom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89D0C41-9634-9018-A8EC-B231423E5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BA1B0FB-D917-4C8C-928F-313BD683BF39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noFill/>
        </p:spPr>
        <p:txBody>
          <a:bodyPr rtlCol="0" anchor="ctr"/>
          <a:lstStyle>
            <a:defPPr>
              <a:defRPr lang="it-IT"/>
            </a:defPPr>
          </a:lstStyle>
          <a:p>
            <a:pPr rtl="0"/>
            <a:r>
              <a:rPr lang="it-IT" dirty="0"/>
              <a:t>Contesto teorico e scopo del progetto</a:t>
            </a:r>
          </a:p>
        </p:txBody>
      </p:sp>
      <p:pic>
        <p:nvPicPr>
          <p:cNvPr id="11" name="Segnaposto immagine 15" descr="Sfondo digitale con punti dati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A810213C-2CEE-E625-8214-16A3D2A3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CA2DF-FFBC-A3C8-AF2C-90549E630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F8B1E2-052B-648B-1E0B-E05491B5E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60961"/>
            <a:ext cx="11090275" cy="1186560"/>
          </a:xfrm>
          <a:noFill/>
        </p:spPr>
        <p:txBody>
          <a:bodyPr rtlCol="0" anchor="t"/>
          <a:lstStyle>
            <a:defPPr>
              <a:defRPr lang="it-IT"/>
            </a:defPPr>
          </a:lstStyle>
          <a:p>
            <a:pPr rtl="0"/>
            <a:r>
              <a:rPr lang="it-IT" dirty="0"/>
              <a:t>Scopo del progetto e Laplaciano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B6A6A8E9-C260-0669-9B9C-87D9E2C4CF8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50862" y="1563105"/>
                <a:ext cx="9271564" cy="4744036"/>
              </a:xfrm>
            </p:spPr>
            <p:txBody>
              <a:bodyPr>
                <a:normAutofit lnSpcReduction="10000"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Grafo topologico: insieme finito di «nodi» e di una relazione anti riflessiva simmetrica non transitiva su di essi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Dato un grafo di cui non si conosce la topologia, la si può dedurre attraverso le proprietà che ne descrivono il cambiamento nel tempo </a:t>
                </a:r>
                <a:r>
                  <a:rPr lang="it-IT" dirty="0">
                    <a:sym typeface="Wingdings" panose="05000000000000000000" pitchFamily="2" charset="2"/>
                  </a:rPr>
                  <a:t> o</a:t>
                </a:r>
                <a:r>
                  <a:rPr lang="it-IT" dirty="0"/>
                  <a:t>biettivo: risoluzione di un problema inverso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Risoluzione tramite applicazione dell’operatore Laplaciano «L» che generalizza la derivata seconda sui grafi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Dato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con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it-IT" dirty="0"/>
                  <a:t> nodi,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it-IT" dirty="0"/>
                  <a:t> dove «A» è la matrice delle adiacenze e «D» la matrice dei gradi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Per una funzione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it-IT" dirty="0"/>
                  <a:t> sui nodi, l’operatore Laplaciano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𝐿𝑢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𝑑𝑒𝑔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)</m:t>
                        </m:r>
                      </m:e>
                      <m:sub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it-IT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it-IT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𝑗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it-IT" i="1" dirty="0"/>
                  <a:t> </a:t>
                </a:r>
                <a:r>
                  <a:rPr lang="it-IT" dirty="0"/>
                  <a:t>quantifica lo squilibrio tra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/>
                  <a:t> ed i suoi vicini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it-IT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 dirty="0" smtClean="0">
                                <a:latin typeface="Cambria Math" panose="02040503050406030204" pitchFamily="18" charset="0"/>
                              </a:rPr>
                              <m:t>𝐿𝑢</m:t>
                            </m:r>
                          </m:e>
                        </m:d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it-IT" dirty="0"/>
                  <a:t> allora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/>
                  <a:t> è maggiore della sua media locale, e la diffusione farà diminuire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/>
                  <a:t>, l’opposto per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&lt; 0</m:t>
                    </m:r>
                  </m:oMath>
                </a14:m>
                <a:endParaRPr lang="it-IT" dirty="0"/>
              </a:p>
            </p:txBody>
          </p:sp>
        </mc:Choice>
        <mc:Fallback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B6A6A8E9-C260-0669-9B9C-87D9E2C4C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0862" y="1563105"/>
                <a:ext cx="9271564" cy="4744036"/>
              </a:xfrm>
              <a:blipFill>
                <a:blip r:embed="rId3"/>
                <a:stretch>
                  <a:fillRect l="-1512" t="-1669" r="-151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 descr="Immagine che contiene schizzo, arte, disegno, cerchio&#10;&#10;Il contenuto generato dall'IA potrebbe non essere corretto.">
            <a:extLst>
              <a:ext uri="{FF2B5EF4-FFF2-40B4-BE49-F238E27FC236}">
                <a16:creationId xmlns:a16="http://schemas.microsoft.com/office/drawing/2014/main" id="{EBFF7E77-974F-1E39-7C27-7CF2EEC8DD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078" b="64193"/>
          <a:stretch>
            <a:fillRect/>
          </a:stretch>
        </p:blipFill>
        <p:spPr>
          <a:xfrm>
            <a:off x="9105931" y="4402319"/>
            <a:ext cx="3086069" cy="2455682"/>
          </a:xfrm>
          <a:prstGeom prst="rect">
            <a:avLst/>
          </a:prstGeom>
        </p:spPr>
      </p:pic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3BC72612-C699-7E27-2D06-64E43713F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5</a:t>
            </a:fld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2867F8F-E92B-FB10-5159-AA57C44487C4}"/>
              </a:ext>
            </a:extLst>
          </p:cNvPr>
          <p:cNvSpPr txBox="1"/>
          <p:nvPr/>
        </p:nvSpPr>
        <p:spPr>
          <a:xfrm>
            <a:off x="683341" y="5431820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sz="24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578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37ED7-7AC9-5C90-2250-F97B36BAE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768747-D45D-298C-42CC-99C958B9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60961"/>
            <a:ext cx="11090275" cy="1186560"/>
          </a:xfrm>
          <a:noFill/>
        </p:spPr>
        <p:txBody>
          <a:bodyPr rtlCol="0" anchor="t"/>
          <a:lstStyle>
            <a:defPPr>
              <a:defRPr lang="it-IT"/>
            </a:defPPr>
          </a:lstStyle>
          <a:p>
            <a:pPr rtl="0"/>
            <a:r>
              <a:rPr lang="it-IT" dirty="0"/>
              <a:t>Evoluzione dell’informazione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DFE960C0-51F2-F435-DC7F-8B6132D3E1F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50862" y="1464778"/>
                <a:ext cx="9271564" cy="4744036"/>
              </a:xfrm>
            </p:spPr>
            <p:txBody>
              <a:bodyPr>
                <a:normAutofit/>
              </a:bodyPr>
              <a:lstStyle/>
              <a:p>
                <a:r>
                  <a:rPr lang="it-IT" sz="2400" dirty="0"/>
                  <a:t>L’evoluzione temporale di </a:t>
                </a:r>
                <a14:m>
                  <m:oMath xmlns:m="http://schemas.openxmlformats.org/officeDocument/2006/math">
                    <m:r>
                      <a:rPr lang="it-IT" sz="24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2400" dirty="0"/>
                  <a:t> è descritta dall’equazione differenziale lineare: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4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it-IT" sz="2400" b="0" i="1" dirty="0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it-IT" sz="2400" b="0" i="1" dirty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sz="2400" b="0" i="1" dirty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it-IT" sz="2400" b="0" i="1" dirty="0">
                        <a:latin typeface="Cambria Math" panose="02040503050406030204" pitchFamily="18" charset="0"/>
                      </a:rPr>
                      <m:t>𝐿𝑢</m:t>
                    </m:r>
                    <m:d>
                      <m:dPr>
                        <m:ctrlPr>
                          <a:rPr lang="it-IT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sz="2400" b="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400" b="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it-IT" sz="2400" b="0" i="1" dirty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it-IT" sz="2400" dirty="0"/>
              </a:p>
              <a:p>
                <a:r>
                  <a:rPr lang="it-IT" sz="2400" dirty="0"/>
                  <a:t>tale che per condizione iniziale </a:t>
                </a:r>
                <a14:m>
                  <m:oMath xmlns:m="http://schemas.openxmlformats.org/officeDocument/2006/math">
                    <m:r>
                      <a:rPr lang="it-IT" sz="2400" b="0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sz="24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it-IT" sz="2400" b="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it-IT" sz="24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400" dirty="0"/>
                  <a:t>, abbiamo come soluzione analitica: </a:t>
                </a:r>
                <a14:m>
                  <m:oMath xmlns:m="http://schemas.openxmlformats.org/officeDocument/2006/math">
                    <m:r>
                      <a:rPr lang="it-IT" sz="2400" b="0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sz="24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sz="2400" b="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400" b="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it-IT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400" b="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it-IT" sz="2400" b="0" i="1" dirty="0" err="1">
                                <a:latin typeface="Cambria Math" panose="02040503050406030204" pitchFamily="18" charset="0"/>
                              </a:rPr>
                              <m:t>𝑡𝐿</m:t>
                            </m:r>
                          </m:e>
                        </m:d>
                      </m:sup>
                    </m:sSup>
                    <m:sSub>
                      <m:sSubPr>
                        <m:ctrlPr>
                          <a:rPr lang="it-IT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it-IT" sz="24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sz="2400" b="0" i="1" dirty="0" smtClean="0">
                        <a:latin typeface="Cambria Math" panose="02040503050406030204" pitchFamily="18" charset="0"/>
                      </a:rPr>
                      <m:t>( ?)</m:t>
                    </m:r>
                  </m:oMath>
                </a14:m>
                <a:endParaRPr lang="it-IT" sz="2400" dirty="0"/>
              </a:p>
            </p:txBody>
          </p:sp>
        </mc:Choice>
        <mc:Fallback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DFE960C0-51F2-F435-DC7F-8B6132D3E1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0862" y="1464778"/>
                <a:ext cx="9271564" cy="4744036"/>
              </a:xfrm>
              <a:blipFill>
                <a:blip r:embed="rId3"/>
                <a:stretch>
                  <a:fillRect l="-1972" t="-166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 descr="Immagine che contiene schizzo, arte, disegno, cerchio&#10;&#10;Il contenuto generato dall'IA potrebbe non essere corretto.">
            <a:extLst>
              <a:ext uri="{FF2B5EF4-FFF2-40B4-BE49-F238E27FC236}">
                <a16:creationId xmlns:a16="http://schemas.microsoft.com/office/drawing/2014/main" id="{584D9DA9-32A3-4541-4948-DFEDEFFA4A5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078" b="64193"/>
          <a:stretch>
            <a:fillRect/>
          </a:stretch>
        </p:blipFill>
        <p:spPr>
          <a:xfrm>
            <a:off x="9105931" y="4402319"/>
            <a:ext cx="3086069" cy="2455682"/>
          </a:xfrm>
          <a:prstGeom prst="rect">
            <a:avLst/>
          </a:prstGeom>
        </p:spPr>
      </p:pic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10D36AD3-E394-56C2-9A5F-8768C0A55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6</a:t>
            </a:fld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0BD31D6-214F-A4BF-5409-EF9B3EEF82FA}"/>
              </a:ext>
            </a:extLst>
          </p:cNvPr>
          <p:cNvSpPr txBox="1"/>
          <p:nvPr/>
        </p:nvSpPr>
        <p:spPr>
          <a:xfrm>
            <a:off x="683341" y="5431820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sz="24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89FDFF76-FB3D-1BC8-3D20-2D7E7D2E5051}"/>
              </a:ext>
            </a:extLst>
          </p:cNvPr>
          <p:cNvCxnSpPr>
            <a:cxnSpLocks/>
          </p:cNvCxnSpPr>
          <p:nvPr/>
        </p:nvCxnSpPr>
        <p:spPr>
          <a:xfrm>
            <a:off x="3931040" y="3480619"/>
            <a:ext cx="0" cy="7472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9E34ACC-C912-E965-F78E-2095AE0308AD}"/>
              </a:ext>
            </a:extLst>
          </p:cNvPr>
          <p:cNvSpPr txBox="1"/>
          <p:nvPr/>
        </p:nvSpPr>
        <p:spPr>
          <a:xfrm>
            <a:off x="2202425" y="4198375"/>
            <a:ext cx="3816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/>
              <a:t>Lo riempiremo nella prossima slide</a:t>
            </a:r>
          </a:p>
        </p:txBody>
      </p:sp>
    </p:spTree>
    <p:extLst>
      <p:ext uri="{BB962C8B-B14F-4D97-AF65-F5344CB8AC3E}">
        <p14:creationId xmlns:p14="http://schemas.microsoft.com/office/powerpoint/2010/main" val="2725422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C8E5-E4E3-A49F-A8D1-986B08E91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1CE776-474F-6F20-4E82-210E65416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60961"/>
            <a:ext cx="11090275" cy="1186560"/>
          </a:xfrm>
          <a:noFill/>
        </p:spPr>
        <p:txBody>
          <a:bodyPr rtlCol="0" anchor="t"/>
          <a:lstStyle>
            <a:defPPr>
              <a:defRPr lang="it-IT"/>
            </a:defPPr>
          </a:lstStyle>
          <a:p>
            <a:r>
              <a:rPr lang="it-IT" dirty="0"/>
              <a:t>Dallo spazio dei nodi allo spazio dei modi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6FCEADEE-3C8D-024B-524F-96747380BAE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50862" y="1563105"/>
                <a:ext cx="9271564" cy="4744036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Dato che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it-IT" dirty="0"/>
                  <a:t> è reale e simmetrica (per grafi non orientati), grazie al Teorema Spettrale, essa è diagonalizzabile nella forma: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it-IT" i="0" dirty="0">
                        <a:latin typeface="Cambria Math" panose="02040503050406030204" pitchFamily="18" charset="0"/>
                      </a:rPr>
                      <m:t>Λ</m:t>
                    </m:r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i="0" dirty="0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it-IT" dirty="0"/>
                  <a:t> è una matrice diagonale tale che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0=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i="1" dirty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i="1" dirty="0" smtClean="0">
                        <a:latin typeface="Cambria Math" panose="02040503050406030204" pitchFamily="18" charset="0"/>
                      </a:rPr>
                      <m:t>≤⋯≤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it-IT" dirty="0"/>
                  <a:t> e «P» contiene gli autovettori ortonormali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it-IT" dirty="0"/>
                  <a:t> come spazio delle colonne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Sostituendo nella soluzione analitica di prima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?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, otteniamo che</a:t>
                </a:r>
                <a:br>
                  <a:rPr lang="it-IT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it-IT" i="1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it-IT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it-IT" i="1" dirty="0"/>
                  <a:t> </a:t>
                </a:r>
                <a:r>
                  <a:rPr lang="it-IT" dirty="0"/>
                  <a:t>rappresenta i modi stazionari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it-IT" i="1" dirty="0"/>
                  <a:t> </a:t>
                </a:r>
                <a:r>
                  <a:rPr lang="it-IT" dirty="0"/>
                  <a:t>rappresenta la velocità di decadimento,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it-IT" dirty="0"/>
                  <a:t> significando stato di equilibrio, mentre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it-IT" i="1" dirty="0"/>
                  <a:t> </a:t>
                </a:r>
                <a:r>
                  <a:rPr lang="it-IT" dirty="0"/>
                  <a:t>grandi significano decadimento veloce</a:t>
                </a:r>
              </a:p>
            </p:txBody>
          </p:sp>
        </mc:Choice>
        <mc:Fallback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6FCEADEE-3C8D-024B-524F-96747380BA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0862" y="1563105"/>
                <a:ext cx="9271564" cy="4744036"/>
              </a:xfrm>
              <a:blipFill>
                <a:blip r:embed="rId3"/>
                <a:stretch>
                  <a:fillRect l="-1381" t="-154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 descr="Immagine che contiene schizzo, arte, disegno, cerchio&#10;&#10;Il contenuto generato dall'IA potrebbe non essere corretto.">
            <a:extLst>
              <a:ext uri="{FF2B5EF4-FFF2-40B4-BE49-F238E27FC236}">
                <a16:creationId xmlns:a16="http://schemas.microsoft.com/office/drawing/2014/main" id="{07D0CA84-2E76-3ED3-6B7E-61531D4C6C6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078" b="64193"/>
          <a:stretch>
            <a:fillRect/>
          </a:stretch>
        </p:blipFill>
        <p:spPr>
          <a:xfrm>
            <a:off x="9105931" y="4402319"/>
            <a:ext cx="3086069" cy="2455682"/>
          </a:xfrm>
          <a:prstGeom prst="rect">
            <a:avLst/>
          </a:prstGeom>
        </p:spPr>
      </p:pic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EA1B8BD7-C814-9CE4-1132-6516A07E2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7</a:t>
            </a:fld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0254A30-29CE-3EBB-F729-187972E57ECD}"/>
              </a:ext>
            </a:extLst>
          </p:cNvPr>
          <p:cNvSpPr txBox="1"/>
          <p:nvPr/>
        </p:nvSpPr>
        <p:spPr>
          <a:xfrm>
            <a:off x="683341" y="5431820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sz="24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560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8A876-2CF3-D573-32FC-576C1B4D7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B4984E-D363-862F-0DC1-550F52E94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60961"/>
            <a:ext cx="11090275" cy="1186560"/>
          </a:xfrm>
          <a:noFill/>
        </p:spPr>
        <p:txBody>
          <a:bodyPr rtlCol="0" anchor="t"/>
          <a:lstStyle>
            <a:defPPr>
              <a:defRPr lang="it-IT"/>
            </a:defPPr>
          </a:lstStyle>
          <a:p>
            <a:r>
              <a:rPr lang="it-IT" dirty="0"/>
              <a:t>Esperimenti e casi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E9FDD409-160E-088A-CF19-C8234E3C25C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50862" y="1336962"/>
                <a:ext cx="9398001" cy="4744036"/>
              </a:xfrm>
            </p:spPr>
            <p:txBody>
              <a:bodyPr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Non conoscendo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it-IT" dirty="0"/>
                  <a:t>,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it-IT" dirty="0"/>
                  <a:t>, 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i="0" dirty="0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it-IT" dirty="0"/>
                  <a:t>, ed avendo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it-IT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1" i="1" dirty="0">
                                <a:latin typeface="Cambria Math" panose="02040503050406030204" pitchFamily="18" charset="0"/>
                              </a:rPr>
                              <m:t>𝒖</m:t>
                            </m:r>
                            <m:d>
                              <m:dPr>
                                <m:ctrlPr>
                                  <a:rPr lang="it-IT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it-IT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it-IT" b="1" i="1" dirty="0">
                                <a:latin typeface="Cambria Math" panose="02040503050406030204" pitchFamily="18" charset="0"/>
                              </a:rPr>
                              <m:t>𝒖</m:t>
                            </m:r>
                            <m:d>
                              <m:dPr>
                                <m:ctrlPr>
                                  <a:rPr lang="it-IT" b="1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it-IT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 dirty="0" err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it-IT" i="1" dirty="0" err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=1…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=1…</m:t>
                        </m:r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it-IT" dirty="0"/>
                  <a:t>, ovvero coppie di input ed output, la risoluzione effettiva si divide per due sottocasi fondamentali:</a:t>
                </a:r>
              </a:p>
              <a:p>
                <a:pPr marL="1028700" lvl="1" indent="-342900" fontAlgn="base">
                  <a:buFont typeface="+mj-lt"/>
                  <a:buAutoNum type="arabicParenR"/>
                </a:pPr>
                <a:r>
                  <a:rPr lang="it-IT" dirty="0"/>
                  <a:t>Dati sovrabbondanti (caso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it-IT" dirty="0"/>
                  <a:t>): esperimenti con condizioni iniziali linearmente indipendenti. In questo caso possiamo direttamente stimare la dinamica con il rapporto incrementale discretizzato e approssimando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≈−</m:t>
                    </m:r>
                    <m:acc>
                      <m:accPr>
                        <m:chr m:val="̇"/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sSup>
                      <m:sSup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it-IT" dirty="0"/>
              </a:p>
              <a:p>
                <a:pPr marL="1028700" lvl="1" indent="-342900" fontAlgn="base">
                  <a:buFont typeface="+mj-lt"/>
                  <a:buAutoNum type="arabicParenR"/>
                </a:pPr>
                <a:r>
                  <a:rPr lang="it-IT" dirty="0"/>
                  <a:t>Dati lacunosi (caso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it-IT" i="1" dirty="0"/>
                  <a:t>)</a:t>
                </a:r>
                <a:r>
                  <a:rPr lang="it-IT" dirty="0"/>
                  <a:t>, il caso in cui il problema è mal posto (sistema sottodeterminato). Possiamo sfruttare lo spazio di Krylov grazie al quale avendo anche solo una condizione iniziale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, permette di dedurre l’evoluzione esplorando il grafo: </a:t>
                </a:r>
                <a14:m>
                  <m:oMath xmlns:m="http://schemas.openxmlformats.org/officeDocument/2006/math"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it-IT" b="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it-IT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it-IT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it-IT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it-IT" b="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p>
                    </m:sSup>
                    <m:r>
                      <a:rPr lang="it-IT" b="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 b="0" i="1" dirty="0">
                        <a:latin typeface="Cambria Math" panose="02040503050406030204" pitchFamily="18" charset="0"/>
                      </a:rPr>
                      <m:t>0,</m:t>
                    </m:r>
                    <m:r>
                      <a:rPr lang="it-IT" b="0" i="1" dirty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it-IT" b="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it-IT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it-IT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it-IT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it-IT" b="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p>
                    </m:sSup>
                    <m:r>
                      <a:rPr lang="it-IT" b="0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 b="0" i="1" dirty="0">
                        <a:latin typeface="Cambria Math" panose="02040503050406030204" pitchFamily="18" charset="0"/>
                      </a:rPr>
                      <m:t>0,…</m:t>
                    </m:r>
                  </m:oMath>
                </a14:m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Se riusciamo a raccogliere abbastanza istanti temporali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dirty="0"/>
                  <a:t>, possiamo rendere i vettori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it-IT" i="1" dirty="0" err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dirty="0"/>
                  <a:t> linearmente indipendenti costruendo una matrice delle osservazioni “estesa”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Raggiungiamo il grado minimo del polinomio per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it-IT" dirty="0"/>
                  <a:t> anche con pochi esperimenti, a patto che si campioni abbastanza a lungo nel tempo</a:t>
                </a:r>
              </a:p>
            </p:txBody>
          </p:sp>
        </mc:Choice>
        <mc:Fallback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E9FDD409-160E-088A-CF19-C8234E3C25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0862" y="1336962"/>
                <a:ext cx="9398001" cy="4744036"/>
              </a:xfrm>
              <a:blipFill>
                <a:blip r:embed="rId3"/>
                <a:stretch>
                  <a:fillRect l="-1362" t="-513" r="-1362" b="-48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 descr="Immagine che contiene schizzo, arte, disegno, cerchio&#10;&#10;Il contenuto generato dall'IA potrebbe non essere corretto.">
            <a:extLst>
              <a:ext uri="{FF2B5EF4-FFF2-40B4-BE49-F238E27FC236}">
                <a16:creationId xmlns:a16="http://schemas.microsoft.com/office/drawing/2014/main" id="{7199988E-BD2D-8491-5EE0-AE3D7E9653C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078" b="64193"/>
          <a:stretch>
            <a:fillRect/>
          </a:stretch>
        </p:blipFill>
        <p:spPr>
          <a:xfrm>
            <a:off x="9105931" y="4402319"/>
            <a:ext cx="3086069" cy="2455682"/>
          </a:xfrm>
          <a:prstGeom prst="rect">
            <a:avLst/>
          </a:prstGeom>
        </p:spPr>
      </p:pic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26D6CC62-6567-2808-063F-94FB38F4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8</a:t>
            </a:fld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6216D92-517A-661C-4B5C-53A31D45B08E}"/>
              </a:ext>
            </a:extLst>
          </p:cNvPr>
          <p:cNvSpPr txBox="1"/>
          <p:nvPr/>
        </p:nvSpPr>
        <p:spPr>
          <a:xfrm>
            <a:off x="683341" y="5431820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sz="24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546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41CCC-8127-8538-53E0-E227C02DE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EF62D5-CA24-5E0B-3945-CEDE88CBA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60961"/>
            <a:ext cx="11090275" cy="1186560"/>
          </a:xfrm>
          <a:noFill/>
        </p:spPr>
        <p:txBody>
          <a:bodyPr rtlCol="0" anchor="t"/>
          <a:lstStyle>
            <a:defPPr>
              <a:defRPr lang="it-IT"/>
            </a:defPPr>
          </a:lstStyle>
          <a:p>
            <a:r>
              <a:rPr lang="it-IT" dirty="0"/>
              <a:t>Rapporto incrementale e soluzioni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E2B51104-1DE7-FA83-5179-FB6BCEFE384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50862" y="1336962"/>
                <a:ext cx="9398001" cy="4744036"/>
              </a:xfrm>
            </p:spPr>
            <p:txBody>
              <a:bodyPr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La realizzazione del rapporto incrementale discreto è fondamentale per risolvere entrambi i problemi, dato che è regressione banale basata su due dati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000" dirty="0"/>
                  <a:t> e </a:t>
                </a:r>
                <a14:m>
                  <m:oMath xmlns:m="http://schemas.openxmlformats.org/officeDocument/2006/math">
                    <m:r>
                      <a:rPr lang="it-IT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it-IT" sz="2000" dirty="0"/>
                  <a:t>), l’approssimazione dell’operatore avviene come </a:t>
                </a:r>
                <a14:m>
                  <m:oMath xmlns:m="http://schemas.openxmlformats.org/officeDocument/2006/math">
                    <m:r>
                      <a:rPr lang="it-IT" sz="20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it-IT" sz="2000" i="1" dirty="0">
                        <a:latin typeface="Cambria Math" panose="02040503050406030204" pitchFamily="18" charset="0"/>
                      </a:rPr>
                      <m:t>≈−</m:t>
                    </m:r>
                    <m:acc>
                      <m:accPr>
                        <m:chr m:val="̇"/>
                        <m:ctrlPr>
                          <a:rPr lang="it-IT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2000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sSup>
                      <m:sSupPr>
                        <m:ctrlPr>
                          <a:rPr lang="it-IT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it-IT" sz="2000" i="1" dirty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it-IT" sz="2000" dirty="0"/>
                  <a:t>,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Ovvero, in pratica, come </a:t>
                </a:r>
                <a14:m>
                  <m:oMath xmlns:m="http://schemas.openxmlformats.org/officeDocument/2006/math"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it-IT" sz="2000" b="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sz="2000" i="1" dirty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it-IT" sz="20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i="1" dirty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it-IT" sz="2000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it-IT" sz="20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t-IT" sz="2000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a:rPr lang="it-IT" sz="2000" i="1" dirty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it-IT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it-IT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sz="2000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m:rPr>
                        <m:lit/>
                      </m:rPr>
                      <a:rPr lang="it-IT" sz="20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it-IT" sz="2000" i="1" dirty="0" err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it-IT" sz="2000" dirty="0"/>
                  <a:t>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it-IT" sz="20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20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000" dirty="0"/>
                  <a:t> e </a:t>
                </a:r>
                <a14:m>
                  <m:oMath xmlns:m="http://schemas.openxmlformats.org/officeDocument/2006/math"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𝑈</m:t>
                    </m:r>
                    <m:sSup>
                      <m:sSupPr>
                        <m:ctrlPr>
                          <a:rPr lang="it-IT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it-IT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00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it-IT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it-IT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it-IT" sz="2000" dirty="0"/>
                  <a:t> se </a:t>
                </a:r>
                <a14:m>
                  <m:oMath xmlns:m="http://schemas.openxmlformats.org/officeDocument/2006/math"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it-IT" sz="2000" dirty="0"/>
                  <a:t>, altrimenti sfruttiamo la pseudo-inversa di Moore-Penrose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it-IT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it-IT" sz="2000" dirty="0"/>
                  <a:t> (dato che </a:t>
                </a:r>
                <a14:m>
                  <m:oMath xmlns:m="http://schemas.openxmlformats.org/officeDocument/2006/math"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&gt;=</m:t>
                    </m:r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it-IT" sz="2000" dirty="0"/>
                  <a:t>).</a:t>
                </a:r>
              </a:p>
            </p:txBody>
          </p:sp>
        </mc:Choice>
        <mc:Fallback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E2B51104-1DE7-FA83-5179-FB6BCEFE38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0862" y="1336962"/>
                <a:ext cx="9398001" cy="4744036"/>
              </a:xfrm>
              <a:blipFill>
                <a:blip r:embed="rId3"/>
                <a:stretch>
                  <a:fillRect l="-1556" t="-1540" r="-168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 descr="Immagine che contiene schizzo, arte, disegno, cerchio&#10;&#10;Il contenuto generato dall'IA potrebbe non essere corretto.">
            <a:extLst>
              <a:ext uri="{FF2B5EF4-FFF2-40B4-BE49-F238E27FC236}">
                <a16:creationId xmlns:a16="http://schemas.microsoft.com/office/drawing/2014/main" id="{41DDE291-9E07-5634-6DBA-0B587BAE42E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078" b="64193"/>
          <a:stretch>
            <a:fillRect/>
          </a:stretch>
        </p:blipFill>
        <p:spPr>
          <a:xfrm>
            <a:off x="9105931" y="4402319"/>
            <a:ext cx="3086069" cy="2455682"/>
          </a:xfrm>
          <a:prstGeom prst="rect">
            <a:avLst/>
          </a:prstGeom>
        </p:spPr>
      </p:pic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2CF0A597-1A39-0534-7398-DC1C56196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9</a:t>
            </a:fld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7855A39-787D-E177-D975-A3DA5D7F3EBB}"/>
              </a:ext>
            </a:extLst>
          </p:cNvPr>
          <p:cNvSpPr txBox="1"/>
          <p:nvPr/>
        </p:nvSpPr>
        <p:spPr>
          <a:xfrm>
            <a:off x="683341" y="5431820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sz="24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06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D82CF-E6E9-0779-08C1-D7B7C3520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74D5AB32-414C-C9BE-0386-91D491408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noFill/>
        </p:spPr>
        <p:txBody>
          <a:bodyPr rtlCol="0" anchor="ctr"/>
          <a:lstStyle>
            <a:defPPr>
              <a:defRPr lang="it-IT"/>
            </a:defPPr>
          </a:lstStyle>
          <a:p>
            <a:pPr rtl="0"/>
            <a:r>
              <a:rPr lang="it-IT" dirty="0"/>
              <a:t>Inizializzazione</a:t>
            </a:r>
          </a:p>
        </p:txBody>
      </p:sp>
      <p:pic>
        <p:nvPicPr>
          <p:cNvPr id="11" name="Segnaposto immagine 15" descr="Sfondo digitale con punti dati">
            <a:extLst>
              <a:ext uri="{FF2B5EF4-FFF2-40B4-BE49-F238E27FC236}">
                <a16:creationId xmlns:a16="http://schemas.microsoft.com/office/drawing/2014/main" id="{7ACAFD70-270F-402F-D05E-ED3FA2ADAC8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97AB1828-87FE-422F-8D8C-FFD0960E2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07768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C056A-C4A0-037A-160A-3675D109D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312992-8EC6-920C-D166-D946B2777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60961"/>
            <a:ext cx="11090275" cy="1186560"/>
          </a:xfrm>
          <a:noFill/>
        </p:spPr>
        <p:txBody>
          <a:bodyPr rtlCol="0" anchor="t"/>
          <a:lstStyle>
            <a:defPPr>
              <a:defRPr lang="it-IT"/>
            </a:defPPr>
          </a:lstStyle>
          <a:p>
            <a:r>
              <a:rPr lang="it-IT" dirty="0"/>
              <a:t>buildsyntheticdata.m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C727F8DC-427F-F178-8358-95A82C5ED73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50861" y="1917064"/>
                <a:ext cx="8970211" cy="4297679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Parametri del problema: numero di nodi, numero di esperimenti, numero di istanti temporali, tempo finale di osservazione, ordine di grandezza del rumore, probabilità di creare un arco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Generazione del grafo e del Laplaciano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Generazione dei dati iniziali (</a:t>
                </a:r>
                <a14:m>
                  <m:oMath xmlns:m="http://schemas.openxmlformats.org/officeDocument/2006/math"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it-IT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Simulazione della diffusione dei vari esperimenti fino al tempo finale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Snapshots del grafo (le varie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r>
                  <a:rPr lang="it-IT" dirty="0"/>
                  <a:t>) per ogni istante temporale stabilito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Salvataggio dei dati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Vediamo il codice…</a:t>
                </a:r>
              </a:p>
            </p:txBody>
          </p:sp>
        </mc:Choice>
        <mc:Fallback xmlns="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C727F8DC-427F-F178-8358-95A82C5ED7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0861" y="1917064"/>
                <a:ext cx="8970211" cy="4297679"/>
              </a:xfrm>
              <a:blipFill>
                <a:blip r:embed="rId3"/>
                <a:stretch>
                  <a:fillRect l="-1427" t="-1702" r="-6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 descr="Immagine che contiene schizzo, arte, disegno, cerchio&#10;&#10;Il contenuto generato dall'IA potrebbe non essere corretto.">
            <a:extLst>
              <a:ext uri="{FF2B5EF4-FFF2-40B4-BE49-F238E27FC236}">
                <a16:creationId xmlns:a16="http://schemas.microsoft.com/office/drawing/2014/main" id="{8BC981AA-CFE0-F14D-3D4E-5EE587769D6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078" b="64193"/>
          <a:stretch>
            <a:fillRect/>
          </a:stretch>
        </p:blipFill>
        <p:spPr>
          <a:xfrm>
            <a:off x="9105931" y="4402319"/>
            <a:ext cx="3086069" cy="2455682"/>
          </a:xfrm>
          <a:prstGeom prst="rect">
            <a:avLst/>
          </a:prstGeom>
        </p:spPr>
      </p:pic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24BA1689-33D1-5DDA-4513-E923105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11</a:t>
            </a:fld>
            <a:endParaRPr lang="it-IT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2FBB3514-084D-B43C-5620-D16FF49C9F76}"/>
              </a:ext>
            </a:extLst>
          </p:cNvPr>
          <p:cNvSpPr/>
          <p:nvPr/>
        </p:nvSpPr>
        <p:spPr>
          <a:xfrm>
            <a:off x="426963" y="3239464"/>
            <a:ext cx="7390614" cy="1451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E521715-D92C-8B56-3AD6-95E8FAA0D6A7}"/>
              </a:ext>
            </a:extLst>
          </p:cNvPr>
          <p:cNvSpPr txBox="1"/>
          <p:nvPr/>
        </p:nvSpPr>
        <p:spPr>
          <a:xfrm>
            <a:off x="7817577" y="3780662"/>
            <a:ext cx="3701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Tramite uso delle «cells» in MATLAB </a:t>
            </a:r>
          </a:p>
        </p:txBody>
      </p:sp>
    </p:spTree>
    <p:extLst>
      <p:ext uri="{BB962C8B-B14F-4D97-AF65-F5344CB8AC3E}">
        <p14:creationId xmlns:p14="http://schemas.microsoft.com/office/powerpoint/2010/main" val="134985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98A3-9BEC-434E-6F5A-71F51F218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AADDB979-2559-F5AC-8C97-B8DCA531A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noFill/>
        </p:spPr>
        <p:txBody>
          <a:bodyPr rtlCol="0" anchor="ctr"/>
          <a:lstStyle>
            <a:defPPr>
              <a:defRPr lang="it-IT"/>
            </a:defPPr>
          </a:lstStyle>
          <a:p>
            <a:pPr rtl="0"/>
            <a:r>
              <a:rPr lang="it-IT" dirty="0"/>
              <a:t>Problema 1: dati diffusivi sovrabbondanti</a:t>
            </a:r>
          </a:p>
        </p:txBody>
      </p:sp>
      <p:pic>
        <p:nvPicPr>
          <p:cNvPr id="11" name="Segnaposto immagine 15" descr="Sfondo digitale con punti dati">
            <a:extLst>
              <a:ext uri="{FF2B5EF4-FFF2-40B4-BE49-F238E27FC236}">
                <a16:creationId xmlns:a16="http://schemas.microsoft.com/office/drawing/2014/main" id="{1BC58F42-2B1B-D26D-DEF2-D7847EF3F9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3DEBB342-C95C-CBFF-036F-8F7588731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46856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60F26-6500-B5C5-ADF2-31F4A8C7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A63CFC-3DF4-51CF-6B61-96D993472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60961"/>
            <a:ext cx="11090275" cy="1186560"/>
          </a:xfrm>
          <a:noFill/>
        </p:spPr>
        <p:txBody>
          <a:bodyPr rtlCol="0" anchor="t"/>
          <a:lstStyle>
            <a:defPPr>
              <a:defRPr lang="it-IT"/>
            </a:defPPr>
          </a:lstStyle>
          <a:p>
            <a:pPr rtl="0"/>
            <a:r>
              <a:rPr lang="it-IT" dirty="0"/>
              <a:t>Spiegazione del problema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5E9A7C78-9E16-8307-CC76-C9FE7EA9439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50861" y="2912882"/>
                <a:ext cx="8970211" cy="3301861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Sistema lineare sovradeterminato: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it-IT" dirty="0"/>
                  <a:t> con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it-IT" dirty="0"/>
                  <a:t> con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Non esiste una soluzione esatta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dirty="0"/>
                  <a:t> che soddisfi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Obiettivo: cercare la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dirty="0"/>
                  <a:t> migliore possibile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Strumento utilizzato: minimi quadrati con fattorizzazione SVD per minimizzare la norma del residuo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it-IT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 err="1" smtClean="0">
                                    <a:latin typeface="Cambria Math" panose="02040503050406030204" pitchFamily="18" charset="0"/>
                                  </a:rPr>
                                  <m:t>𝐴𝑥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5E9A7C78-9E16-8307-CC76-C9FE7EA943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0861" y="2912882"/>
                <a:ext cx="8970211" cy="3301861"/>
              </a:xfrm>
              <a:blipFill>
                <a:blip r:embed="rId3"/>
                <a:stretch>
                  <a:fillRect l="-1427" t="-221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 descr="Immagine che contiene schizzo, arte, disegno, cerchio&#10;&#10;Il contenuto generato dall'IA potrebbe non essere corretto.">
            <a:extLst>
              <a:ext uri="{FF2B5EF4-FFF2-40B4-BE49-F238E27FC236}">
                <a16:creationId xmlns:a16="http://schemas.microsoft.com/office/drawing/2014/main" id="{B97F14EC-4012-EB10-1B01-E0520598C5B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078" b="64193"/>
          <a:stretch>
            <a:fillRect/>
          </a:stretch>
        </p:blipFill>
        <p:spPr>
          <a:xfrm>
            <a:off x="9105931" y="4402319"/>
            <a:ext cx="3086069" cy="2455682"/>
          </a:xfrm>
          <a:prstGeom prst="rect">
            <a:avLst/>
          </a:prstGeom>
        </p:spPr>
      </p:pic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4EEB7347-E8C4-F19A-EF29-2747BE325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13</a:t>
            </a:fld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59E04447-4528-42E5-1856-0510EBE63182}"/>
                  </a:ext>
                </a:extLst>
              </p:cNvPr>
              <p:cNvSpPr txBox="1"/>
              <p:nvPr/>
            </p:nvSpPr>
            <p:spPr>
              <a:xfrm>
                <a:off x="550861" y="1385740"/>
                <a:ext cx="8970211" cy="1264705"/>
              </a:xfrm>
              <a:prstGeom prst="rect">
                <a:avLst/>
              </a:prstGeom>
              <a:solidFill>
                <a:srgbClr val="C00000"/>
              </a:solidFill>
              <a:ln w="28575"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Data la lista degli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it-IT" dirty="0"/>
                  <a:t> nodi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 ={</m:t>
                    </m:r>
                    <m:sSub>
                      <m:sSub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it-IT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it-IT" dirty="0"/>
                  <a:t>, una serie finita di istanti temporali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0=</m:t>
                    </m:r>
                    <m:sSub>
                      <m:sSub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i="1" dirty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i="1" dirty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it-IT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it-IT" dirty="0"/>
                  <a:t> ed la misurazione di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processi diffusivi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}</m:t>
                    </m:r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it-IT" i="1" dirty="0">
                        <a:latin typeface="Cambria Math" panose="02040503050406030204" pitchFamily="18" charset="0"/>
                      </a:rPr>
                      <m:t>≔</m:t>
                    </m:r>
                    <m:sSup>
                      <m:sSup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d>
                          <m:dPr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 err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it-IT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t-IT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it-IT" i="1" dirty="0" err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it-IT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dirty="0"/>
                  <a:t>, con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it-IT" dirty="0"/>
                  <a:t>,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it-IT" dirty="0"/>
                  <a:t> e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it-IT" dirty="0"/>
                  <a:t>, e dove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dirty="0"/>
                  <a:t> è un errore di misurazione, trovare la matrice di adiacenza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it-IT" dirty="0"/>
                  <a:t> del grafo.</a:t>
                </a: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59E04447-4528-42E5-1856-0510EBE63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61" y="1385740"/>
                <a:ext cx="8970211" cy="1264705"/>
              </a:xfrm>
              <a:prstGeom prst="rect">
                <a:avLst/>
              </a:prstGeom>
              <a:blipFill>
                <a:blip r:embed="rId5"/>
                <a:stretch>
                  <a:fillRect l="-406" t="-1408" b="-5164"/>
                </a:stretch>
              </a:blipFill>
              <a:ln w="28575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5193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59E7-5D6B-77EB-01D9-2C164252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58883E-BBF4-A6FE-BBC2-616D9E99E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60961"/>
            <a:ext cx="11090275" cy="1186560"/>
          </a:xfrm>
          <a:noFill/>
        </p:spPr>
        <p:txBody>
          <a:bodyPr rtlCol="0" anchor="t"/>
          <a:lstStyle>
            <a:defPPr>
              <a:defRPr lang="it-IT"/>
            </a:defPPr>
          </a:lstStyle>
          <a:p>
            <a:pPr rtl="0"/>
            <a:r>
              <a:rPr lang="it-IT" dirty="0"/>
              <a:t>solutore_1.m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0E44562-C2EB-3AA2-207F-C5988862B7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1" y="1917064"/>
            <a:ext cx="8970211" cy="429767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Risolve il problema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«A» = cells «U», «x» = «c», «b» = quale nodo prendiamo come partenza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Calcolo delle traiettorie tramite calcolo del vettore «c» (con «pinv» per SVD) e delle derivate (velocità di diffusione)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Costruzione della matrice di adiacenza (e di conseguenza del grafo) grazie a clustering (con «kmeans» in MATLAB)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Vediamo il codice…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Analizziamo quanto è stato efficiente il processo tramite «statistiche.m»…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Visualizziamo graficamente i fenomeni grazie a «visualizza_dati.m»…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10" name="Immagine 9" descr="Immagine che contiene schizzo, arte, disegno, cerchio&#10;&#10;Il contenuto generato dall'IA potrebbe non essere corretto.">
            <a:extLst>
              <a:ext uri="{FF2B5EF4-FFF2-40B4-BE49-F238E27FC236}">
                <a16:creationId xmlns:a16="http://schemas.microsoft.com/office/drawing/2014/main" id="{D16F720F-40E6-06DB-7BD6-430211AA6F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078" b="64193"/>
          <a:stretch>
            <a:fillRect/>
          </a:stretch>
        </p:blipFill>
        <p:spPr>
          <a:xfrm>
            <a:off x="9105931" y="4402319"/>
            <a:ext cx="3086069" cy="2455682"/>
          </a:xfrm>
          <a:prstGeom prst="rect">
            <a:avLst/>
          </a:prstGeom>
        </p:spPr>
      </p:pic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90BF4BDC-7A31-004F-4DD1-E4035CFD0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14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14820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A143B-C55B-6CB8-412D-49035DFAD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3DEDCB88-A27E-3B9A-21B0-30AAE82D3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noFill/>
        </p:spPr>
        <p:txBody>
          <a:bodyPr rtlCol="0" anchor="ctr"/>
          <a:lstStyle>
            <a:defPPr>
              <a:defRPr lang="it-IT"/>
            </a:defPPr>
          </a:lstStyle>
          <a:p>
            <a:pPr rtl="0"/>
            <a:r>
              <a:rPr lang="it-IT" dirty="0"/>
              <a:t>Problema 2: dati diffusivi lacunosi</a:t>
            </a:r>
          </a:p>
        </p:txBody>
      </p:sp>
      <p:pic>
        <p:nvPicPr>
          <p:cNvPr id="11" name="Segnaposto immagine 15" descr="Sfondo digitale con punti dati">
            <a:extLst>
              <a:ext uri="{FF2B5EF4-FFF2-40B4-BE49-F238E27FC236}">
                <a16:creationId xmlns:a16="http://schemas.microsoft.com/office/drawing/2014/main" id="{EFEFE36F-18C3-A9BF-FF75-19C03E14D36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1E78CD95-A7A8-0AFA-4BA0-C29158477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15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66366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CB3FC-58F9-6BAD-F837-2F342B2C1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8FA69D-2917-E025-0BFE-4B0564F97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60961"/>
            <a:ext cx="11090275" cy="1186560"/>
          </a:xfrm>
          <a:noFill/>
        </p:spPr>
        <p:txBody>
          <a:bodyPr rtlCol="0" anchor="t"/>
          <a:lstStyle>
            <a:defPPr>
              <a:defRPr lang="it-IT"/>
            </a:defPPr>
          </a:lstStyle>
          <a:p>
            <a:pPr rtl="0"/>
            <a:r>
              <a:rPr lang="it-IT" dirty="0"/>
              <a:t>Spiegazione del problema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72721DE3-7109-5941-C1DD-B490301F6B5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50861" y="2912882"/>
                <a:ext cx="8970211" cy="3301861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Sistema lineare sottodeterminato: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it-IT" dirty="0"/>
                  <a:t> con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it-IT" dirty="0"/>
                  <a:t> con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Infinite soluzioni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dirty="0"/>
                  <a:t> che soddisfano esattamente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Obiettivo: cercare la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dirty="0"/>
                  <a:t> migliore possibile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Strumento utilizzato: soluzione di minima norma con fattorizzazione SVD per cercare la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dirty="0"/>
                  <a:t> che ha la norma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it-IT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IT" dirty="0"/>
                  <a:t> più piccola tra tutte le soluzioni valide</a:t>
                </a:r>
              </a:p>
            </p:txBody>
          </p:sp>
        </mc:Choice>
        <mc:Fallback xmlns="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72721DE3-7109-5941-C1DD-B490301F6B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0861" y="2912882"/>
                <a:ext cx="8970211" cy="3301861"/>
              </a:xfrm>
              <a:blipFill>
                <a:blip r:embed="rId3"/>
                <a:stretch>
                  <a:fillRect l="-1427" t="-221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 descr="Immagine che contiene schizzo, arte, disegno, cerchio&#10;&#10;Il contenuto generato dall'IA potrebbe non essere corretto.">
            <a:extLst>
              <a:ext uri="{FF2B5EF4-FFF2-40B4-BE49-F238E27FC236}">
                <a16:creationId xmlns:a16="http://schemas.microsoft.com/office/drawing/2014/main" id="{9A177368-5D1B-31C3-5A3F-D338701AD3C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078" b="64193"/>
          <a:stretch>
            <a:fillRect/>
          </a:stretch>
        </p:blipFill>
        <p:spPr>
          <a:xfrm>
            <a:off x="9105931" y="4402319"/>
            <a:ext cx="3086069" cy="2455682"/>
          </a:xfrm>
          <a:prstGeom prst="rect">
            <a:avLst/>
          </a:prstGeom>
        </p:spPr>
      </p:pic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E609003B-1E1C-AD87-7AF4-80840ABDE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16</a:t>
            </a:fld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71421053-8E7A-90F2-35C0-0DA922D2DC24}"/>
                  </a:ext>
                </a:extLst>
              </p:cNvPr>
              <p:cNvSpPr txBox="1"/>
              <p:nvPr/>
            </p:nvSpPr>
            <p:spPr>
              <a:xfrm>
                <a:off x="550861" y="1385740"/>
                <a:ext cx="8970211" cy="1264705"/>
              </a:xfrm>
              <a:prstGeom prst="rect">
                <a:avLst/>
              </a:prstGeom>
              <a:solidFill>
                <a:srgbClr val="C00000"/>
              </a:solidFill>
              <a:ln w="28575"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Data la lista degli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it-IT" dirty="0"/>
                  <a:t> nodi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 ={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it-IT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it-IT" dirty="0"/>
                  <a:t>, una serie finita di istanti temporali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it-IT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it-IT" dirty="0"/>
                  <a:t> ed la misurazione di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processi diffusivi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}</m:t>
                    </m:r>
                    <m:d>
                      <m:d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it-IT" i="1" dirty="0" smtClean="0">
                        <a:latin typeface="Cambria Math" panose="02040503050406030204" pitchFamily="18" charset="0"/>
                      </a:rPr>
                      <m:t>≔</m:t>
                    </m:r>
                    <m:sSup>
                      <m:sSup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d>
                          <m:dPr>
                            <m:ctrlPr>
                              <a:rPr lang="it-IT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 err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it-IT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it-IT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it-IT" i="1" dirty="0" err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it-IT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 dirty="0" err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dirty="0"/>
                  <a:t>, con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1,…,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it-IT" dirty="0"/>
                  <a:t>,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it-IT" dirty="0"/>
                  <a:t> e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it-IT" dirty="0"/>
                  <a:t>, e dove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dirty="0"/>
                  <a:t> è un errore di misurazione, trovare la matrice di adiacenza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it-IT" dirty="0"/>
                  <a:t> del grafo.</a:t>
                </a: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71421053-8E7A-90F2-35C0-0DA922D2D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61" y="1385740"/>
                <a:ext cx="8970211" cy="1264705"/>
              </a:xfrm>
              <a:prstGeom prst="rect">
                <a:avLst/>
              </a:prstGeom>
              <a:blipFill>
                <a:blip r:embed="rId5"/>
                <a:stretch>
                  <a:fillRect l="-406" t="-1408" b="-5164"/>
                </a:stretch>
              </a:blipFill>
              <a:ln w="28575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2422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4E8FD-4AA5-A98B-5369-06DAF033D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B92F05-D425-3A41-A204-6DB8541D0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60961"/>
            <a:ext cx="11090275" cy="1186560"/>
          </a:xfrm>
          <a:noFill/>
        </p:spPr>
        <p:txBody>
          <a:bodyPr rtlCol="0" anchor="t"/>
          <a:lstStyle>
            <a:defPPr>
              <a:defRPr lang="it-IT"/>
            </a:defPPr>
          </a:lstStyle>
          <a:p>
            <a:pPr rtl="0"/>
            <a:r>
              <a:rPr lang="it-IT" dirty="0"/>
              <a:t>solutore_2.m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D1C2376-EFAE-4269-2050-A5317797C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1" y="1432875"/>
            <a:ext cx="8970211" cy="4923271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Risolve il problema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«A» = cells «U», «x» = «c», «b» = quale nodo prendiamo come partenza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Calcolo delle traiettorie tramite calcolo del vettore «c» (con «pinv» per SVD) e delle derivate (velocità di diffusione)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u="sng" dirty="0"/>
              <a:t>Problema: ci sono meno esperimenti rispetto ai nodi </a:t>
            </a:r>
            <a:r>
              <a:rPr lang="it-IT" u="sng" dirty="0">
                <a:sym typeface="Wingdings" panose="05000000000000000000" pitchFamily="2" charset="2"/>
              </a:rPr>
              <a:t> soluzione: </a:t>
            </a:r>
            <a:r>
              <a:rPr lang="it-IT" u="sng" dirty="0"/>
              <a:t>aumentiamo il numero di esperimenti artificialmente, utilizzando ogni istante temporale come un nuovo esperimento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Costruzione della matrice di adiacenza (e di conseguenza del grafo) grazie a clustering (con «kmeans» in MATLAB)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Vediamo il codice…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Analizziamo quanto è stato efficiente il processo tramite «statistiche.m»…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Visualizziamo graficamente i fenomeni grazie a «visualizza_dati.m»…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10" name="Immagine 9" descr="Immagine che contiene schizzo, arte, disegno, cerchio&#10;&#10;Il contenuto generato dall'IA potrebbe non essere corretto.">
            <a:extLst>
              <a:ext uri="{FF2B5EF4-FFF2-40B4-BE49-F238E27FC236}">
                <a16:creationId xmlns:a16="http://schemas.microsoft.com/office/drawing/2014/main" id="{E5412D9F-9446-DBFC-7793-BC53037B28F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078" b="64193"/>
          <a:stretch>
            <a:fillRect/>
          </a:stretch>
        </p:blipFill>
        <p:spPr>
          <a:xfrm>
            <a:off x="9105931" y="4402319"/>
            <a:ext cx="3086069" cy="2455682"/>
          </a:xfrm>
          <a:prstGeom prst="rect">
            <a:avLst/>
          </a:prstGeom>
        </p:spPr>
      </p:pic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9D842A14-C6E4-7B95-25F2-48696E9B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17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18182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5CFBF-7CF0-9E69-6D42-764024DBC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 descr="Immagine che contiene schizzo, arte, disegno, cerchio&#10;&#10;Il contenuto generato dall'IA potrebbe non essere corretto.">
            <a:extLst>
              <a:ext uri="{FF2B5EF4-FFF2-40B4-BE49-F238E27FC236}">
                <a16:creationId xmlns:a16="http://schemas.microsoft.com/office/drawing/2014/main" id="{0F0FBC4B-F117-E89A-EAF9-BEB361944B9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078" b="64193"/>
          <a:stretch>
            <a:fillRect/>
          </a:stretch>
        </p:blipFill>
        <p:spPr>
          <a:xfrm>
            <a:off x="9105931" y="4402319"/>
            <a:ext cx="3086069" cy="245568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02FD85A-4EBD-1C33-7FAF-777AC62DF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60961"/>
            <a:ext cx="11090275" cy="1186560"/>
          </a:xfrm>
          <a:noFill/>
        </p:spPr>
        <p:txBody>
          <a:bodyPr rtlCol="0" anchor="t"/>
          <a:lstStyle>
            <a:defPPr>
              <a:defRPr lang="it-IT"/>
            </a:defPPr>
          </a:lstStyle>
          <a:p>
            <a:pPr rtl="0"/>
            <a:r>
              <a:rPr lang="it-IT" dirty="0"/>
              <a:t>solutore_sliding.m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E31286BA-039E-BC33-0324-C6501E79869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50861" y="1216058"/>
                <a:ext cx="9398002" cy="5445042"/>
              </a:xfrm>
            </p:spPr>
            <p:txBody>
              <a:bodyPr>
                <a:normAutofit fontScale="92500" lnSpcReduction="10000"/>
              </a:bodyPr>
              <a:lstStyle/>
              <a:p>
                <a:pPr marL="285750" indent="-285750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it-IT" dirty="0"/>
                  <a:t>Risolve sempre il problema 2, con la stessa logica di base, ma in maniera più robusta</a:t>
                </a:r>
              </a:p>
              <a:p>
                <a:pPr marL="285750" indent="-285750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it-IT" dirty="0"/>
                  <a:t>Migliore gestione del rumore:</a:t>
                </a:r>
              </a:p>
              <a:p>
                <a:pPr marL="684000" lvl="1" indent="-285750">
                  <a:spcAft>
                    <a:spcPts val="200"/>
                  </a:spcAft>
                  <a:buFont typeface="Courier New" panose="02070309020205020404" pitchFamily="49" charset="0"/>
                  <a:buChar char="o"/>
                </a:pPr>
                <a:r>
                  <a:rPr lang="it-IT" dirty="0"/>
                  <a:t>Il precedente codice calcolava la derivata guardando solo due istanti consecutivi </a:t>
                </a:r>
                <a:r>
                  <a:rPr lang="it-IT" dirty="0">
                    <a:sym typeface="Wingdings" panose="05000000000000000000" pitchFamily="2" charset="2"/>
                  </a:rPr>
                  <a:t> derivata </a:t>
                </a:r>
                <a:r>
                  <a:rPr lang="it-IT" dirty="0"/>
                  <a:t>molto sensibile al rumore</a:t>
                </a:r>
              </a:p>
              <a:p>
                <a:pPr marL="684000" lvl="1" indent="-285750">
                  <a:spcAft>
                    <a:spcPts val="200"/>
                  </a:spcAft>
                  <a:buFont typeface="Courier New" panose="02070309020205020404" pitchFamily="49" charset="0"/>
                  <a:buChar char="o"/>
                </a:pPr>
                <a:r>
                  <a:rPr lang="it-IT" dirty="0"/>
                  <a:t>Il nuovo codice prende in esame una finestra temporale, in cui esegue una regressione lineare per trovare la pendenza media </a:t>
                </a:r>
                <a:r>
                  <a:rPr lang="it-IT" dirty="0">
                    <a:sym typeface="Wingdings" panose="05000000000000000000" pitchFamily="2" charset="2"/>
                  </a:rPr>
                  <a:t> derivata molto più stabile</a:t>
                </a:r>
              </a:p>
              <a:p>
                <a:pPr marL="285750" indent="-285750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it-IT" dirty="0">
                    <a:sym typeface="Wingdings" panose="05000000000000000000" pitchFamily="2" charset="2"/>
                  </a:rPr>
                  <a:t>Costruzione della cell «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𝑈</m:t>
                    </m:r>
                  </m:oMath>
                </a14:m>
                <a:r>
                  <a:rPr lang="it-IT" dirty="0">
                    <a:sym typeface="Wingdings" panose="05000000000000000000" pitchFamily="2" charset="2"/>
                  </a:rPr>
                  <a:t>»:</a:t>
                </a:r>
              </a:p>
              <a:p>
                <a:pPr marL="684000" lvl="1" indent="-285750">
                  <a:spcAft>
                    <a:spcPts val="200"/>
                  </a:spcAft>
                  <a:buFont typeface="Courier New" panose="02070309020205020404" pitchFamily="49" charset="0"/>
                  <a:buChar char="o"/>
                </a:pPr>
                <a:r>
                  <a:rPr lang="it-IT" dirty="0"/>
                  <a:t>Il precedente codice concatenava gli snapshot dei singoli istanti (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{1}, 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{2}, 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{3}, …</m:t>
                    </m:r>
                  </m:oMath>
                </a14:m>
                <a:r>
                  <a:rPr lang="it-IT" dirty="0"/>
                  <a:t>)</a:t>
                </a:r>
              </a:p>
              <a:p>
                <a:pPr marL="684000" lvl="1" indent="-285750">
                  <a:spcAft>
                    <a:spcPts val="200"/>
                  </a:spcAft>
                  <a:buFont typeface="Courier New" panose="02070309020205020404" pitchFamily="49" charset="0"/>
                  <a:buChar char="o"/>
                </a:pPr>
                <a:r>
                  <a:rPr lang="it-IT" dirty="0"/>
                  <a:t>Il nuovo codice concatena i risultati delle finestre, estraendo media delle temperature e velocità di variazione calcolata con la regressione</a:t>
                </a:r>
              </a:p>
              <a:p>
                <a:pPr marL="285750" indent="-285750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it-IT" dirty="0"/>
                  <a:t>Le derivate vengono calcolate per ogni finestra subito, prima ancora di sapere i coefficienti di «c».</a:t>
                </a:r>
              </a:p>
              <a:p>
                <a:pPr marL="285750" indent="-285750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it-IT" dirty="0"/>
                  <a:t>«c» viene calcolato basandosi sugli stati medi.</a:t>
                </a:r>
              </a:p>
              <a:p>
                <a:pPr marL="285750" indent="-285750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it-IT" dirty="0"/>
                  <a:t>Vediamo il codice…</a:t>
                </a:r>
              </a:p>
              <a:p>
                <a:pPr marL="285750" indent="-285750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it-IT" dirty="0"/>
                  <a:t>Analizziamo quanto è stato efficiente il processo tramite «statistiche.m»…</a:t>
                </a:r>
              </a:p>
              <a:p>
                <a:pPr marL="285750" indent="-285750"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it-IT" dirty="0"/>
                  <a:t>Visualizziamo graficamente i fenomeni grazie a «visualizza_dati.m»…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/>
              </a:p>
            </p:txBody>
          </p:sp>
        </mc:Choice>
        <mc:Fallback xmlns="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E31286BA-039E-BC33-0324-C6501E7986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50861" y="1216058"/>
                <a:ext cx="9398002" cy="5445042"/>
              </a:xfrm>
              <a:blipFill>
                <a:blip r:embed="rId4"/>
                <a:stretch>
                  <a:fillRect l="-1297" t="-1230" r="-58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2F04848D-0492-FCAA-B0BF-22DB6B85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18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9547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0D538-DC69-C56E-31A5-043940884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FCA32896-C7DE-E045-54D1-E55C944C4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noFill/>
        </p:spPr>
        <p:txBody>
          <a:bodyPr rtlCol="0" anchor="ctr"/>
          <a:lstStyle>
            <a:defPPr>
              <a:defRPr lang="it-IT"/>
            </a:defPPr>
          </a:lstStyle>
          <a:p>
            <a:pPr rtl="0"/>
            <a:r>
              <a:rPr lang="it-IT" dirty="0"/>
              <a:t>Considerazioni finali</a:t>
            </a:r>
          </a:p>
        </p:txBody>
      </p:sp>
      <p:pic>
        <p:nvPicPr>
          <p:cNvPr id="11" name="Segnaposto immagine 15" descr="Sfondo digitale con punti dati">
            <a:extLst>
              <a:ext uri="{FF2B5EF4-FFF2-40B4-BE49-F238E27FC236}">
                <a16:creationId xmlns:a16="http://schemas.microsoft.com/office/drawing/2014/main" id="{A4CC2CC5-C61C-50D9-6FED-F7FC8BEFA29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710456B8-CEBF-7010-87CD-D9DB316CD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19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03229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455AB-7E99-3094-F03B-260E9CF2A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CE07FE-1368-C8AE-329B-6BEDE8A40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60961"/>
            <a:ext cx="11090275" cy="1186560"/>
          </a:xfrm>
          <a:noFill/>
        </p:spPr>
        <p:txBody>
          <a:bodyPr rtlCol="0" anchor="t"/>
          <a:lstStyle>
            <a:defPPr>
              <a:defRPr lang="it-IT"/>
            </a:defPPr>
          </a:lstStyle>
          <a:p>
            <a:pPr rtl="0"/>
            <a:r>
              <a:rPr lang="it-IT" dirty="0"/>
              <a:t>Considerazioni finali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A700255-469E-CCEA-7500-B2D3F066E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1" y="1917064"/>
            <a:ext cx="8970211" cy="429767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Come esplicitato su Moodle, era possibile contattare il prof. Piazzon per suggerimenti e dubbi </a:t>
            </a:r>
            <a:r>
              <a:rPr lang="it-IT" dirty="0">
                <a:sym typeface="Wingdings" panose="05000000000000000000" pitchFamily="2" charset="2"/>
              </a:rPr>
              <a:t> «solutore_sliding.m» perché ci interessava migliorare «solutore_2.m»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ym typeface="Wingdings" panose="05000000000000000000" pitchFamily="2" charset="2"/>
              </a:rPr>
              <a:t>Scelta di questo specifico progetto dovuta a:</a:t>
            </a:r>
          </a:p>
          <a:p>
            <a:pPr marL="684000" lvl="1" indent="-285750">
              <a:buFont typeface="Courier New" panose="02070309020205020404" pitchFamily="49" charset="0"/>
              <a:buChar char="o"/>
            </a:pPr>
            <a:r>
              <a:rPr lang="it-IT" dirty="0">
                <a:sym typeface="Wingdings" panose="05000000000000000000" pitchFamily="2" charset="2"/>
              </a:rPr>
              <a:t>Conoscenze pregresse sui grafi dal Corso del Primo Anno «Algebra e Matematica Discreta»</a:t>
            </a:r>
          </a:p>
          <a:p>
            <a:pPr marL="684000" lvl="1" indent="-285750">
              <a:buFont typeface="Courier New" panose="02070309020205020404" pitchFamily="49" charset="0"/>
              <a:buChar char="o"/>
            </a:pPr>
            <a:r>
              <a:rPr lang="it-IT" dirty="0">
                <a:sym typeface="Wingdings" panose="05000000000000000000" pitchFamily="2" charset="2"/>
              </a:rPr>
              <a:t>Progetto più interessante di tutti (a nostro parere)</a:t>
            </a:r>
          </a:p>
          <a:p>
            <a:pPr marL="684000" lvl="1" indent="-285750">
              <a:buFont typeface="Courier New" panose="02070309020205020404" pitchFamily="49" charset="0"/>
              <a:buChar char="o"/>
            </a:pPr>
            <a:r>
              <a:rPr lang="it-IT" dirty="0">
                <a:sym typeface="Wingdings" panose="05000000000000000000" pitchFamily="2" charset="2"/>
              </a:rPr>
              <a:t>Ambizioni future</a:t>
            </a:r>
          </a:p>
        </p:txBody>
      </p:sp>
      <p:pic>
        <p:nvPicPr>
          <p:cNvPr id="10" name="Immagine 9" descr="Immagine che contiene schizzo, arte, disegno, cerchio&#10;&#10;Il contenuto generato dall'IA potrebbe non essere corretto.">
            <a:extLst>
              <a:ext uri="{FF2B5EF4-FFF2-40B4-BE49-F238E27FC236}">
                <a16:creationId xmlns:a16="http://schemas.microsoft.com/office/drawing/2014/main" id="{EF7D5D47-DC4C-A7E8-15D6-77089AE69E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078" b="64193"/>
          <a:stretch>
            <a:fillRect/>
          </a:stretch>
        </p:blipFill>
        <p:spPr>
          <a:xfrm>
            <a:off x="9105931" y="4402319"/>
            <a:ext cx="3086069" cy="2455682"/>
          </a:xfrm>
          <a:prstGeom prst="rect">
            <a:avLst/>
          </a:prstGeom>
        </p:spPr>
      </p:pic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7CFD551A-522C-D81C-AC7D-C2F8E5F4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BD12358-51D2-46B3-9BDE-DF29528B9454}" type="slidenum">
              <a:rPr lang="it-IT" smtClean="0"/>
              <a:t>20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61789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F80EA-C317-6CDA-BF32-B9E2A30EC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immagine 7" descr="Sfondo digitale con punti dati">
            <a:extLst>
              <a:ext uri="{FF2B5EF4-FFF2-40B4-BE49-F238E27FC236}">
                <a16:creationId xmlns:a16="http://schemas.microsoft.com/office/drawing/2014/main" id="{D3D2B4EC-D59F-0D9C-278B-65485788C17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olo 6">
            <a:extLst>
              <a:ext uri="{FF2B5EF4-FFF2-40B4-BE49-F238E27FC236}">
                <a16:creationId xmlns:a16="http://schemas.microsoft.com/office/drawing/2014/main" id="{875A7F9D-5FD0-6493-D34E-E1A72456F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28969"/>
            <a:ext cx="9144000" cy="700031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sz="6600" dirty="0"/>
              <a:t>FINE</a:t>
            </a:r>
          </a:p>
        </p:txBody>
      </p:sp>
      <p:sp>
        <p:nvSpPr>
          <p:cNvPr id="8" name="Sottotitolo 7">
            <a:extLst>
              <a:ext uri="{FF2B5EF4-FFF2-40B4-BE49-F238E27FC236}">
                <a16:creationId xmlns:a16="http://schemas.microsoft.com/office/drawing/2014/main" id="{2DA60098-177C-2B0A-2C27-1AC712A59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346068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sz="3600" dirty="0"/>
              <a:t>Grazie dell’attenzione!</a:t>
            </a:r>
          </a:p>
        </p:txBody>
      </p:sp>
    </p:spTree>
    <p:extLst>
      <p:ext uri="{BB962C8B-B14F-4D97-AF65-F5344CB8AC3E}">
        <p14:creationId xmlns:p14="http://schemas.microsoft.com/office/powerpoint/2010/main" val="2182092091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51_TF33713516_Win32" id="{18E7266F-96A5-45BC-8F75-28F2B348725F}" vid="{DE50EE8B-DC84-4D58-B6DF-908844BA4D20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342EE1-43E5-4AFB-895D-B61B9656DC14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purl.org/dc/dcmitype/"/>
    <ds:schemaRef ds:uri="http://purl.org/dc/terms/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{2582E26A-428E-4B19-8C4A-C4E304D779BF}TF7eddf224-c89c-478f-8f2f-bfb0868921695cb997b2_win32-729db0ef1259</Template>
  <TotalTime>456</TotalTime>
  <Words>1610</Words>
  <Application>Microsoft Office PowerPoint</Application>
  <PresentationFormat>Widescreen</PresentationFormat>
  <Paragraphs>139</Paragraphs>
  <Slides>21</Slides>
  <Notes>21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30" baseType="lpstr">
      <vt:lpstr>Arial</vt:lpstr>
      <vt:lpstr>Calibri</vt:lpstr>
      <vt:lpstr>Cambria</vt:lpstr>
      <vt:lpstr>Cambria Math</vt:lpstr>
      <vt:lpstr>Courier New</vt:lpstr>
      <vt:lpstr>Gill Sans MT</vt:lpstr>
      <vt:lpstr>Walbaum Display</vt:lpstr>
      <vt:lpstr>Wingdings</vt:lpstr>
      <vt:lpstr>3DFloatVTI</vt:lpstr>
      <vt:lpstr>Presentazione progetto Calcolo Numerico  Gruppo: Paduret Alessandro, Singh Alex, Stupu David, Valente Ivan   A.A. 2025-2026   Corso di Laurea Triennale Informatica Dipartimento di Matematica, Scuola di Scienze   4 febbraio 2026</vt:lpstr>
      <vt:lpstr>PROGETTO 7 (AVANZATO): RICOSTRUZIONE DI UN GRAFO TOPOLOGICO DA MISURAZIONI DELLA DIFFUSIONE</vt:lpstr>
      <vt:lpstr>Sommario</vt:lpstr>
      <vt:lpstr>Contesto teorico e scopo del progetto</vt:lpstr>
      <vt:lpstr>Scopo del progetto e Laplaciano</vt:lpstr>
      <vt:lpstr>Evoluzione dell’informazione</vt:lpstr>
      <vt:lpstr>Dallo spazio dei nodi allo spazio dei modi</vt:lpstr>
      <vt:lpstr>Esperimenti e casi</vt:lpstr>
      <vt:lpstr>Rapporto incrementale e soluzioni</vt:lpstr>
      <vt:lpstr>Inizializzazione</vt:lpstr>
      <vt:lpstr>buildsyntheticdata.m</vt:lpstr>
      <vt:lpstr>Problema 1: dati diffusivi sovrabbondanti</vt:lpstr>
      <vt:lpstr>Spiegazione del problema</vt:lpstr>
      <vt:lpstr>solutore_1.m</vt:lpstr>
      <vt:lpstr>Problema 2: dati diffusivi lacunosi</vt:lpstr>
      <vt:lpstr>Spiegazione del problema</vt:lpstr>
      <vt:lpstr>solutore_2.m</vt:lpstr>
      <vt:lpstr>solutore_sliding.m</vt:lpstr>
      <vt:lpstr>Considerazioni finali</vt:lpstr>
      <vt:lpstr>Considerazioni finali</vt:lpstr>
      <vt:lpstr>FINE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Valente UniPD</dc:creator>
  <cp:lastModifiedBy>Ivan Valente UniPD</cp:lastModifiedBy>
  <cp:revision>1</cp:revision>
  <dcterms:created xsi:type="dcterms:W3CDTF">2026-02-02T10:18:06Z</dcterms:created>
  <dcterms:modified xsi:type="dcterms:W3CDTF">2026-02-04T11:23:56Z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